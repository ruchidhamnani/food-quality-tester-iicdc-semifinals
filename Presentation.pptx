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Shape 498"/>
          <p:cNvSpPr/>
          <p:nvPr>
            <p:ph type="sldImg"/>
          </p:nvPr>
        </p:nvSpPr>
        <p:spPr>
          <a:xfrm>
            <a:off x="1143000" y="685800"/>
            <a:ext cx="4572000" cy="3429000"/>
          </a:xfrm>
          <a:prstGeom prst="rect">
            <a:avLst/>
          </a:prstGeom>
        </p:spPr>
        <p:txBody>
          <a:bodyPr/>
          <a:lstStyle/>
          <a:p>
            <a:pPr/>
          </a:p>
        </p:txBody>
      </p:sp>
      <p:sp>
        <p:nvSpPr>
          <p:cNvPr id="499" name="Shape 49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19" name="Shape 519"/>
          <p:cNvSpPr/>
          <p:nvPr>
            <p:ph type="sldImg"/>
          </p:nvPr>
        </p:nvSpPr>
        <p:spPr>
          <a:prstGeom prst="rect">
            <a:avLst/>
          </a:prstGeom>
        </p:spPr>
        <p:txBody>
          <a:bodyPr/>
          <a:lstStyle/>
          <a:p>
            <a:pPr/>
          </a:p>
        </p:txBody>
      </p:sp>
      <p:sp>
        <p:nvSpPr>
          <p:cNvPr id="520" name="Shape 520"/>
          <p:cNvSpPr/>
          <p:nvPr>
            <p:ph type="body" sz="quarter" idx="1"/>
          </p:nvPr>
        </p:nvSpPr>
        <p:spPr>
          <a:prstGeom prst="rect">
            <a:avLst/>
          </a:prstGeom>
        </p:spPr>
        <p:txBody>
          <a:bodyPr/>
          <a:lstStyle/>
          <a:p>
            <a:pPr marL="228600" indent="-228600">
              <a:buSzPct val="100000"/>
              <a:buAutoNum type="alphaLcPeriod" startAt="1"/>
              <a:defRPr b="1"/>
            </a:pPr>
            <a:r>
              <a:t>Minimum Viable Product</a:t>
            </a:r>
            <a:br/>
            <a:r>
              <a:rPr b="0"/>
              <a:t>Defined as a product with proposed functionality, for the user to be able to use the product.</a:t>
            </a:r>
            <a:br>
              <a:rPr b="0"/>
            </a:br>
            <a:r>
              <a:rPr b="0"/>
              <a:t>Team should have a minimum viable product to demonstrate the utility and the value offered by the product used for customer validation</a:t>
            </a:r>
            <a:endParaRPr b="0"/>
          </a:p>
          <a:p>
            <a:pPr marL="228600" indent="-228600">
              <a:buSzPct val="100000"/>
              <a:buAutoNum type="alphaLcPeriod" startAt="1"/>
              <a:defRPr b="1"/>
            </a:pPr>
            <a:r>
              <a:t>User experience analysis</a:t>
            </a:r>
            <a:br/>
            <a:r>
              <a:rPr b="0"/>
              <a:t>Team to ensure that the product/service must be used by a sufficient set of prospective users(outside the friends circle). Teams to present the quantitative and qualitative analysis of their product w.r.t. to competition</a:t>
            </a:r>
            <a:endParaRPr b="0"/>
          </a:p>
          <a:p>
            <a:pPr marL="228600" indent="-228600">
              <a:buSzPct val="100000"/>
              <a:buAutoNum type="alphaLcPeriod" startAt="1"/>
              <a:defRPr b="1"/>
            </a:pPr>
            <a:r>
              <a:t>Product Validation from customer &amp; user</a:t>
            </a:r>
            <a:br/>
            <a:r>
              <a:rPr b="0"/>
              <a:t>Team to justify how their product meets the needs of user and customer and to present their plan to position the product  for both to ensure ease of adoption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27" name="Shape 527"/>
          <p:cNvSpPr/>
          <p:nvPr>
            <p:ph type="sldImg"/>
          </p:nvPr>
        </p:nvSpPr>
        <p:spPr>
          <a:prstGeom prst="rect">
            <a:avLst/>
          </a:prstGeom>
        </p:spPr>
        <p:txBody>
          <a:bodyPr/>
          <a:lstStyle/>
          <a:p>
            <a:pPr/>
          </a:p>
        </p:txBody>
      </p:sp>
      <p:sp>
        <p:nvSpPr>
          <p:cNvPr id="528" name="Shape 528"/>
          <p:cNvSpPr/>
          <p:nvPr>
            <p:ph type="body" sz="quarter" idx="1"/>
          </p:nvPr>
        </p:nvSpPr>
        <p:spPr>
          <a:prstGeom prst="rect">
            <a:avLst/>
          </a:prstGeom>
        </p:spPr>
        <p:txBody>
          <a:bodyPr/>
          <a:lstStyle/>
          <a:p>
            <a:pPr/>
            <a:r>
              <a:t>Teams to give a detailed distribution channel structure between them and the end user, i.e, how many intermediaries does the product will have to go through before reaching the customer/user. What are the challenges they will have to address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5" name="Shape 535"/>
          <p:cNvSpPr/>
          <p:nvPr>
            <p:ph type="sldImg"/>
          </p:nvPr>
        </p:nvSpPr>
        <p:spPr>
          <a:prstGeom prst="rect">
            <a:avLst/>
          </a:prstGeom>
        </p:spPr>
        <p:txBody>
          <a:bodyPr/>
          <a:lstStyle/>
          <a:p>
            <a:pPr/>
          </a:p>
        </p:txBody>
      </p:sp>
      <p:sp>
        <p:nvSpPr>
          <p:cNvPr id="536" name="Shape 536"/>
          <p:cNvSpPr/>
          <p:nvPr>
            <p:ph type="body" sz="quarter" idx="1"/>
          </p:nvPr>
        </p:nvSpPr>
        <p:spPr>
          <a:prstGeom prst="rect">
            <a:avLst/>
          </a:prstGeom>
        </p:spPr>
        <p:txBody>
          <a:bodyPr/>
          <a:lstStyle/>
          <a:p>
            <a:pPr>
              <a:defRPr b="1"/>
            </a:pPr>
            <a:r>
              <a:t>a. Pricing Feedback</a:t>
            </a:r>
            <a:br/>
            <a:r>
              <a:rPr b="0"/>
              <a:t>Team must validate price with sufficient set of customer (outside the friends circle) and present a quantitative and qualitative analysis.</a:t>
            </a:r>
            <a:endParaRPr b="0"/>
          </a:p>
          <a:p>
            <a:pPr>
              <a:defRPr b="1"/>
            </a:pPr>
            <a:r>
              <a:t>b. Potential drivers of cost</a:t>
            </a:r>
            <a:br/>
            <a:r>
              <a:rPr b="0"/>
              <a:t>Teams have to present factors that will decide the product pricing, would be driven by economies of scale or customization.</a:t>
            </a:r>
            <a:endParaRPr b="0"/>
          </a:p>
          <a:p>
            <a:pPr>
              <a:defRPr b="1"/>
            </a:pPr>
            <a:r>
              <a:t>c. Monetization plan</a:t>
            </a:r>
            <a:br/>
            <a:r>
              <a:rPr b="0"/>
              <a:t>Teams have to present their monetization plan and their frequency of sale.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43" name="Shape 543"/>
          <p:cNvSpPr/>
          <p:nvPr>
            <p:ph type="sldImg"/>
          </p:nvPr>
        </p:nvSpPr>
        <p:spPr>
          <a:prstGeom prst="rect">
            <a:avLst/>
          </a:prstGeom>
        </p:spPr>
        <p:txBody>
          <a:bodyPr/>
          <a:lstStyle/>
          <a:p>
            <a:pPr/>
          </a:p>
        </p:txBody>
      </p:sp>
      <p:sp>
        <p:nvSpPr>
          <p:cNvPr id="544" name="Shape 544"/>
          <p:cNvSpPr/>
          <p:nvPr>
            <p:ph type="body" sz="quarter" idx="1"/>
          </p:nvPr>
        </p:nvSpPr>
        <p:spPr>
          <a:prstGeom prst="rect">
            <a:avLst/>
          </a:prstGeom>
        </p:spPr>
        <p:txBody>
          <a:bodyPr/>
          <a:lstStyle/>
          <a:p>
            <a:pPr>
              <a:defRPr b="1"/>
            </a:pPr>
            <a:r>
              <a:t>Field Test : </a:t>
            </a:r>
            <a:r>
              <a:rPr b="0"/>
              <a:t>Field test results and ease of adoption of solution from technology 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51" name="Shape 551"/>
          <p:cNvSpPr/>
          <p:nvPr>
            <p:ph type="sldImg"/>
          </p:nvPr>
        </p:nvSpPr>
        <p:spPr>
          <a:prstGeom prst="rect">
            <a:avLst/>
          </a:prstGeom>
        </p:spPr>
        <p:txBody>
          <a:bodyPr/>
          <a:lstStyle/>
          <a:p>
            <a:pPr/>
          </a:p>
        </p:txBody>
      </p:sp>
      <p:sp>
        <p:nvSpPr>
          <p:cNvPr id="552" name="Shape 552"/>
          <p:cNvSpPr/>
          <p:nvPr>
            <p:ph type="body" sz="quarter" idx="1"/>
          </p:nvPr>
        </p:nvSpPr>
        <p:spPr>
          <a:prstGeom prst="rect">
            <a:avLst/>
          </a:prstGeom>
        </p:spPr>
        <p:txBody>
          <a:bodyPr/>
          <a:lstStyle/>
          <a:p>
            <a:pPr>
              <a:defRPr b="1"/>
            </a:pPr>
            <a:r>
              <a:t>Strategic innovation : </a:t>
            </a:r>
            <a:r>
              <a:rPr b="0"/>
              <a:t>Flexibility of change in product design to adapt to customer needs</a:t>
            </a:r>
            <a:endParaRPr b="0"/>
          </a:p>
          <a:p>
            <a:pPr>
              <a:defRPr b="1"/>
            </a:pPr>
            <a:r>
              <a:t>Marketing Innovation : </a:t>
            </a:r>
            <a:r>
              <a:rPr b="0"/>
              <a:t>Flexibility of change in product design to adapt to customer needs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showMasterSp="1" showMasterPhAnim="1">
  <p:cSld name="Title and Content">
    <p:spTree>
      <p:nvGrpSpPr>
        <p:cNvPr id="1" name=""/>
        <p:cNvGrpSpPr/>
        <p:nvPr/>
      </p:nvGrpSpPr>
      <p:grpSpPr>
        <a:xfrm>
          <a:off x="0" y="0"/>
          <a:ext cx="0" cy="0"/>
          <a:chOff x="0" y="0"/>
          <a:chExt cx="0" cy="0"/>
        </a:xfrm>
      </p:grpSpPr>
      <p:sp>
        <p:nvSpPr>
          <p:cNvPr id="19" name="Shape 19"/>
          <p:cNvSpPr/>
          <p:nvPr>
            <p:ph type="title"/>
          </p:nvPr>
        </p:nvSpPr>
        <p:spPr>
          <a:prstGeom prst="rect">
            <a:avLst/>
          </a:prstGeom>
        </p:spPr>
        <p:txBody>
          <a:bodyPr/>
          <a:lstStyle/>
          <a:p>
            <a:pPr/>
            <a:r>
              <a:t>Title Text</a:t>
            </a:r>
          </a:p>
        </p:txBody>
      </p:sp>
      <p:sp>
        <p:nvSpPr>
          <p:cNvPr id="20" name="Shape 20"/>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1" name="Shape 21"/>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0" showMasterPhAnim="1">
  <p:cSld name="Section Header">
    <p:spTree>
      <p:nvGrpSpPr>
        <p:cNvPr id="1" name=""/>
        <p:cNvGrpSpPr/>
        <p:nvPr/>
      </p:nvGrpSpPr>
      <p:grpSpPr>
        <a:xfrm>
          <a:off x="0" y="0"/>
          <a:ext cx="0" cy="0"/>
          <a:chOff x="0" y="0"/>
          <a:chExt cx="0" cy="0"/>
        </a:xfrm>
      </p:grpSpPr>
      <p:grpSp>
        <p:nvGrpSpPr>
          <p:cNvPr id="30" name="Group 30"/>
          <p:cNvGrpSpPr/>
          <p:nvPr/>
        </p:nvGrpSpPr>
        <p:grpSpPr>
          <a:xfrm>
            <a:off x="-1" y="0"/>
            <a:ext cx="9144001" cy="304800"/>
            <a:chOff x="0" y="0"/>
            <a:chExt cx="9144000" cy="304800"/>
          </a:xfrm>
        </p:grpSpPr>
        <p:sp>
          <p:nvSpPr>
            <p:cNvPr id="28" name="Shape 28"/>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9" name="Shape 29"/>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33" name="Group 33"/>
          <p:cNvGrpSpPr/>
          <p:nvPr/>
        </p:nvGrpSpPr>
        <p:grpSpPr>
          <a:xfrm>
            <a:off x="-1" y="6553200"/>
            <a:ext cx="9144001" cy="304800"/>
            <a:chOff x="0" y="0"/>
            <a:chExt cx="9144000" cy="304800"/>
          </a:xfrm>
        </p:grpSpPr>
        <p:sp>
          <p:nvSpPr>
            <p:cNvPr id="31" name="Shape 31"/>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 name="Shape 32"/>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34"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35" name="Shape 35"/>
          <p:cNvSpPr/>
          <p:nvPr>
            <p:ph type="title"/>
          </p:nvPr>
        </p:nvSpPr>
        <p:spPr>
          <a:xfrm>
            <a:off x="722312" y="2057400"/>
            <a:ext cx="7772401" cy="1362075"/>
          </a:xfrm>
          <a:prstGeom prst="rect">
            <a:avLst/>
          </a:prstGeom>
        </p:spPr>
        <p:txBody>
          <a:bodyPr anchor="b"/>
          <a:lstStyle>
            <a:lvl1pPr>
              <a:defRPr cap="all" sz="4000"/>
            </a:lvl1pPr>
          </a:lstStyle>
          <a:p>
            <a:pPr/>
            <a:r>
              <a:t>Title Text</a:t>
            </a:r>
          </a:p>
        </p:txBody>
      </p:sp>
      <p:sp>
        <p:nvSpPr>
          <p:cNvPr id="36" name="Shape 36"/>
          <p:cNvSpPr/>
          <p:nvPr>
            <p:ph type="body" sz="quarter" idx="1"/>
          </p:nvPr>
        </p:nvSpPr>
        <p:spPr>
          <a:xfrm>
            <a:off x="722312" y="3429000"/>
            <a:ext cx="7772401" cy="1500188"/>
          </a:xfrm>
          <a:prstGeom prst="rect">
            <a:avLst/>
          </a:prstGeom>
        </p:spPr>
        <p:txBody>
          <a:bodyPr/>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hape 37"/>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showMasterPhAnim="1">
  <p:cSld name="Two Content">
    <p:spTree>
      <p:nvGrpSpPr>
        <p:cNvPr id="1" name=""/>
        <p:cNvGrpSpPr/>
        <p:nvPr/>
      </p:nvGrpSpPr>
      <p:grpSpPr>
        <a:xfrm>
          <a:off x="0" y="0"/>
          <a:ext cx="0" cy="0"/>
          <a:chOff x="0" y="0"/>
          <a:chExt cx="0" cy="0"/>
        </a:xfrm>
      </p:grpSpPr>
      <p:grpSp>
        <p:nvGrpSpPr>
          <p:cNvPr id="46" name="Group 46"/>
          <p:cNvGrpSpPr/>
          <p:nvPr/>
        </p:nvGrpSpPr>
        <p:grpSpPr>
          <a:xfrm>
            <a:off x="-1" y="0"/>
            <a:ext cx="9144001" cy="304800"/>
            <a:chOff x="0" y="0"/>
            <a:chExt cx="9144000" cy="304800"/>
          </a:xfrm>
        </p:grpSpPr>
        <p:sp>
          <p:nvSpPr>
            <p:cNvPr id="44" name="Shape 44"/>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45" name="Shape 45"/>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49" name="Group 49"/>
          <p:cNvGrpSpPr/>
          <p:nvPr/>
        </p:nvGrpSpPr>
        <p:grpSpPr>
          <a:xfrm>
            <a:off x="-1" y="6553200"/>
            <a:ext cx="9144001" cy="304800"/>
            <a:chOff x="0" y="0"/>
            <a:chExt cx="9144000" cy="304800"/>
          </a:xfrm>
        </p:grpSpPr>
        <p:sp>
          <p:nvSpPr>
            <p:cNvPr id="47" name="Shape 47"/>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48" name="Shape 48"/>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50"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51" name="Shape 51"/>
          <p:cNvSpPr/>
          <p:nvPr>
            <p:ph type="title"/>
          </p:nvPr>
        </p:nvSpPr>
        <p:spPr>
          <a:prstGeom prst="rect">
            <a:avLst/>
          </a:prstGeom>
        </p:spPr>
        <p:txBody>
          <a:bodyPr/>
          <a:lstStyle>
            <a:lvl1pPr>
              <a:defRPr sz="3200"/>
            </a:lvl1pPr>
          </a:lstStyle>
          <a:p>
            <a:pPr/>
            <a:r>
              <a:t>Title Text</a:t>
            </a:r>
          </a:p>
        </p:txBody>
      </p:sp>
      <p:sp>
        <p:nvSpPr>
          <p:cNvPr id="52" name="Shape 52"/>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53" name="Shape 5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showMasterPhAnim="1">
  <p:cSld name="Comparison">
    <p:spTree>
      <p:nvGrpSpPr>
        <p:cNvPr id="1" name=""/>
        <p:cNvGrpSpPr/>
        <p:nvPr/>
      </p:nvGrpSpPr>
      <p:grpSpPr>
        <a:xfrm>
          <a:off x="0" y="0"/>
          <a:ext cx="0" cy="0"/>
          <a:chOff x="0" y="0"/>
          <a:chExt cx="0" cy="0"/>
        </a:xfrm>
      </p:grpSpPr>
      <p:grpSp>
        <p:nvGrpSpPr>
          <p:cNvPr id="62" name="Group 62"/>
          <p:cNvGrpSpPr/>
          <p:nvPr/>
        </p:nvGrpSpPr>
        <p:grpSpPr>
          <a:xfrm>
            <a:off x="-1" y="0"/>
            <a:ext cx="9144001" cy="304800"/>
            <a:chOff x="0" y="0"/>
            <a:chExt cx="9144000" cy="304800"/>
          </a:xfrm>
        </p:grpSpPr>
        <p:sp>
          <p:nvSpPr>
            <p:cNvPr id="60" name="Shape 60"/>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61" name="Shape 61"/>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65" name="Group 65"/>
          <p:cNvGrpSpPr/>
          <p:nvPr/>
        </p:nvGrpSpPr>
        <p:grpSpPr>
          <a:xfrm>
            <a:off x="-1" y="6553200"/>
            <a:ext cx="9144001" cy="304800"/>
            <a:chOff x="0" y="0"/>
            <a:chExt cx="9144000" cy="304800"/>
          </a:xfrm>
        </p:grpSpPr>
        <p:sp>
          <p:nvSpPr>
            <p:cNvPr id="63" name="Shape 63"/>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64" name="Shape 64"/>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66"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67" name="Shape 67"/>
          <p:cNvSpPr/>
          <p:nvPr>
            <p:ph type="title"/>
          </p:nvPr>
        </p:nvSpPr>
        <p:spPr>
          <a:prstGeom prst="rect">
            <a:avLst/>
          </a:prstGeom>
        </p:spPr>
        <p:txBody>
          <a:bodyPr/>
          <a:lstStyle/>
          <a:p>
            <a:pPr/>
            <a:r>
              <a:t>Title Text</a:t>
            </a:r>
          </a:p>
        </p:txBody>
      </p:sp>
      <p:sp>
        <p:nvSpPr>
          <p:cNvPr id="68" name="Shape 68"/>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69" name="Shape 69"/>
          <p:cNvSpPr/>
          <p:nvPr>
            <p:ph type="body" sz="quarter" idx="13"/>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70" name="Shape 70"/>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showMasterPhAnim="1">
  <p:cSld name="Title Only">
    <p:spTree>
      <p:nvGrpSpPr>
        <p:cNvPr id="1" name=""/>
        <p:cNvGrpSpPr/>
        <p:nvPr/>
      </p:nvGrpSpPr>
      <p:grpSpPr>
        <a:xfrm>
          <a:off x="0" y="0"/>
          <a:ext cx="0" cy="0"/>
          <a:chOff x="0" y="0"/>
          <a:chExt cx="0" cy="0"/>
        </a:xfrm>
      </p:grpSpPr>
      <p:grpSp>
        <p:nvGrpSpPr>
          <p:cNvPr id="79" name="Group 79"/>
          <p:cNvGrpSpPr/>
          <p:nvPr/>
        </p:nvGrpSpPr>
        <p:grpSpPr>
          <a:xfrm>
            <a:off x="-1" y="0"/>
            <a:ext cx="9144001" cy="304800"/>
            <a:chOff x="0" y="0"/>
            <a:chExt cx="9144000" cy="304800"/>
          </a:xfrm>
        </p:grpSpPr>
        <p:sp>
          <p:nvSpPr>
            <p:cNvPr id="77" name="Shape 77"/>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78" name="Shape 78"/>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82" name="Group 82"/>
          <p:cNvGrpSpPr/>
          <p:nvPr/>
        </p:nvGrpSpPr>
        <p:grpSpPr>
          <a:xfrm>
            <a:off x="-1" y="6553200"/>
            <a:ext cx="9144001" cy="304800"/>
            <a:chOff x="0" y="0"/>
            <a:chExt cx="9144000" cy="304800"/>
          </a:xfrm>
        </p:grpSpPr>
        <p:sp>
          <p:nvSpPr>
            <p:cNvPr id="80" name="Shape 80"/>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81" name="Shape 81"/>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83"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84" name="Shape 84"/>
          <p:cNvSpPr/>
          <p:nvPr>
            <p:ph type="title"/>
          </p:nvPr>
        </p:nvSpPr>
        <p:spPr>
          <a:prstGeom prst="rect">
            <a:avLst/>
          </a:prstGeom>
        </p:spPr>
        <p:txBody>
          <a:bodyPr/>
          <a:lstStyle/>
          <a:p>
            <a:pPr/>
            <a:r>
              <a:t>Title Text</a:t>
            </a:r>
          </a:p>
        </p:txBody>
      </p:sp>
      <p:sp>
        <p:nvSpPr>
          <p:cNvPr id="85" name="Shape 8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0" showMasterPhAnim="1">
  <p:cSld name="Blank">
    <p:spTree>
      <p:nvGrpSpPr>
        <p:cNvPr id="1" name=""/>
        <p:cNvGrpSpPr/>
        <p:nvPr/>
      </p:nvGrpSpPr>
      <p:grpSpPr>
        <a:xfrm>
          <a:off x="0" y="0"/>
          <a:ext cx="0" cy="0"/>
          <a:chOff x="0" y="0"/>
          <a:chExt cx="0" cy="0"/>
        </a:xfrm>
      </p:grpSpPr>
      <p:grpSp>
        <p:nvGrpSpPr>
          <p:cNvPr id="94" name="Group 94"/>
          <p:cNvGrpSpPr/>
          <p:nvPr/>
        </p:nvGrpSpPr>
        <p:grpSpPr>
          <a:xfrm>
            <a:off x="-1" y="0"/>
            <a:ext cx="9144001" cy="304800"/>
            <a:chOff x="0" y="0"/>
            <a:chExt cx="9144000" cy="304800"/>
          </a:xfrm>
        </p:grpSpPr>
        <p:sp>
          <p:nvSpPr>
            <p:cNvPr id="92" name="Shape 92"/>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93" name="Shape 93"/>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97" name="Group 97"/>
          <p:cNvGrpSpPr/>
          <p:nvPr/>
        </p:nvGrpSpPr>
        <p:grpSpPr>
          <a:xfrm>
            <a:off x="-1" y="6553200"/>
            <a:ext cx="9144001" cy="304800"/>
            <a:chOff x="0" y="0"/>
            <a:chExt cx="9144000" cy="304800"/>
          </a:xfrm>
        </p:grpSpPr>
        <p:sp>
          <p:nvSpPr>
            <p:cNvPr id="95" name="Shape 95"/>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96" name="Shape 96"/>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98"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99" name="Shape 99"/>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0" showMasterPhAnim="1">
  <p:cSld name="Content with Caption">
    <p:spTree>
      <p:nvGrpSpPr>
        <p:cNvPr id="1" name=""/>
        <p:cNvGrpSpPr/>
        <p:nvPr/>
      </p:nvGrpSpPr>
      <p:grpSpPr>
        <a:xfrm>
          <a:off x="0" y="0"/>
          <a:ext cx="0" cy="0"/>
          <a:chOff x="0" y="0"/>
          <a:chExt cx="0" cy="0"/>
        </a:xfrm>
      </p:grpSpPr>
      <p:grpSp>
        <p:nvGrpSpPr>
          <p:cNvPr id="108" name="Group 108"/>
          <p:cNvGrpSpPr/>
          <p:nvPr/>
        </p:nvGrpSpPr>
        <p:grpSpPr>
          <a:xfrm>
            <a:off x="-1" y="0"/>
            <a:ext cx="9144001" cy="304800"/>
            <a:chOff x="0" y="0"/>
            <a:chExt cx="9144000" cy="304800"/>
          </a:xfrm>
        </p:grpSpPr>
        <p:sp>
          <p:nvSpPr>
            <p:cNvPr id="106" name="Shape 106"/>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07" name="Shape 107"/>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11" name="Group 111"/>
          <p:cNvGrpSpPr/>
          <p:nvPr/>
        </p:nvGrpSpPr>
        <p:grpSpPr>
          <a:xfrm>
            <a:off x="-1" y="6553200"/>
            <a:ext cx="9144001" cy="304800"/>
            <a:chOff x="0" y="0"/>
            <a:chExt cx="9144000" cy="304800"/>
          </a:xfrm>
        </p:grpSpPr>
        <p:sp>
          <p:nvSpPr>
            <p:cNvPr id="109" name="Shape 109"/>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10" name="Shape 110"/>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12"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113" name="Shape 113"/>
          <p:cNvSpPr/>
          <p:nvPr>
            <p:ph type="title"/>
          </p:nvPr>
        </p:nvSpPr>
        <p:spPr>
          <a:xfrm>
            <a:off x="457200" y="273050"/>
            <a:ext cx="3008314" cy="1162050"/>
          </a:xfrm>
          <a:prstGeom prst="rect">
            <a:avLst/>
          </a:prstGeom>
        </p:spPr>
        <p:txBody>
          <a:bodyPr anchor="b"/>
          <a:lstStyle>
            <a:lvl1pPr>
              <a:defRPr sz="2000"/>
            </a:lvl1pPr>
          </a:lstStyle>
          <a:p>
            <a:pPr/>
            <a:r>
              <a:t>Title Text</a:t>
            </a:r>
          </a:p>
        </p:txBody>
      </p:sp>
      <p:sp>
        <p:nvSpPr>
          <p:cNvPr id="114" name="Shape 114"/>
          <p:cNvSpPr/>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5" name="Shape 115"/>
          <p:cNvSpPr/>
          <p:nvPr>
            <p:ph type="body" sz="half" idx="13"/>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116" name="Shape 116"/>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0" showMasterPhAnim="1">
  <p:cSld name="Picture with Caption">
    <p:spTree>
      <p:nvGrpSpPr>
        <p:cNvPr id="1" name=""/>
        <p:cNvGrpSpPr/>
        <p:nvPr/>
      </p:nvGrpSpPr>
      <p:grpSpPr>
        <a:xfrm>
          <a:off x="0" y="0"/>
          <a:ext cx="0" cy="0"/>
          <a:chOff x="0" y="0"/>
          <a:chExt cx="0" cy="0"/>
        </a:xfrm>
      </p:grpSpPr>
      <p:grpSp>
        <p:nvGrpSpPr>
          <p:cNvPr id="125" name="Group 125"/>
          <p:cNvGrpSpPr/>
          <p:nvPr/>
        </p:nvGrpSpPr>
        <p:grpSpPr>
          <a:xfrm>
            <a:off x="-1" y="0"/>
            <a:ext cx="9144001" cy="304800"/>
            <a:chOff x="0" y="0"/>
            <a:chExt cx="9144000" cy="304800"/>
          </a:xfrm>
        </p:grpSpPr>
        <p:sp>
          <p:nvSpPr>
            <p:cNvPr id="123" name="Shape 123"/>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4" name="Shape 124"/>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28" name="Group 128"/>
          <p:cNvGrpSpPr/>
          <p:nvPr/>
        </p:nvGrpSpPr>
        <p:grpSpPr>
          <a:xfrm>
            <a:off x="-1" y="6553200"/>
            <a:ext cx="9144001" cy="304800"/>
            <a:chOff x="0" y="0"/>
            <a:chExt cx="9144000" cy="304800"/>
          </a:xfrm>
        </p:grpSpPr>
        <p:sp>
          <p:nvSpPr>
            <p:cNvPr id="126" name="Shape 126"/>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7" name="Shape 127"/>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29"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130" name="Shape 130"/>
          <p:cNvSpPr/>
          <p:nvPr>
            <p:ph type="title"/>
          </p:nvPr>
        </p:nvSpPr>
        <p:spPr>
          <a:xfrm>
            <a:off x="1792288" y="4800600"/>
            <a:ext cx="5486401" cy="566738"/>
          </a:xfrm>
          <a:prstGeom prst="rect">
            <a:avLst/>
          </a:prstGeom>
        </p:spPr>
        <p:txBody>
          <a:bodyPr anchor="b"/>
          <a:lstStyle>
            <a:lvl1pPr>
              <a:defRPr sz="2000"/>
            </a:lvl1pPr>
          </a:lstStyle>
          <a:p>
            <a:pPr/>
            <a:r>
              <a:t>Title Text</a:t>
            </a:r>
          </a:p>
        </p:txBody>
      </p:sp>
      <p:sp>
        <p:nvSpPr>
          <p:cNvPr id="131" name="Shape 131"/>
          <p:cNvSpPr/>
          <p:nvPr>
            <p:ph type="pic" sz="half" idx="13"/>
          </p:nvPr>
        </p:nvSpPr>
        <p:spPr>
          <a:xfrm>
            <a:off x="1792288" y="612775"/>
            <a:ext cx="5486401" cy="4114800"/>
          </a:xfrm>
          <a:prstGeom prst="rect">
            <a:avLst/>
          </a:prstGeom>
        </p:spPr>
        <p:txBody>
          <a:bodyPr lIns="91439" rIns="91439">
            <a:noAutofit/>
          </a:bodyPr>
          <a:lstStyle/>
          <a:p>
            <a:pPr/>
          </a:p>
        </p:txBody>
      </p:sp>
      <p:sp>
        <p:nvSpPr>
          <p:cNvPr id="132" name="Shape 132"/>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33" name="Shape 13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0" showMasterPhAnim="1">
  <p:cSld name="Title and Vertical Text">
    <p:spTree>
      <p:nvGrpSpPr>
        <p:cNvPr id="1" name=""/>
        <p:cNvGrpSpPr/>
        <p:nvPr/>
      </p:nvGrpSpPr>
      <p:grpSpPr>
        <a:xfrm>
          <a:off x="0" y="0"/>
          <a:ext cx="0" cy="0"/>
          <a:chOff x="0" y="0"/>
          <a:chExt cx="0" cy="0"/>
        </a:xfrm>
      </p:grpSpPr>
      <p:grpSp>
        <p:nvGrpSpPr>
          <p:cNvPr id="142" name="Group 142"/>
          <p:cNvGrpSpPr/>
          <p:nvPr/>
        </p:nvGrpSpPr>
        <p:grpSpPr>
          <a:xfrm>
            <a:off x="-1" y="0"/>
            <a:ext cx="9144001" cy="304800"/>
            <a:chOff x="0" y="0"/>
            <a:chExt cx="9144000" cy="304800"/>
          </a:xfrm>
        </p:grpSpPr>
        <p:sp>
          <p:nvSpPr>
            <p:cNvPr id="140" name="Shape 140"/>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41" name="Shape 141"/>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45" name="Group 145"/>
          <p:cNvGrpSpPr/>
          <p:nvPr/>
        </p:nvGrpSpPr>
        <p:grpSpPr>
          <a:xfrm>
            <a:off x="-1" y="6553200"/>
            <a:ext cx="9144001" cy="304800"/>
            <a:chOff x="0" y="0"/>
            <a:chExt cx="9144000" cy="304800"/>
          </a:xfrm>
        </p:grpSpPr>
        <p:sp>
          <p:nvSpPr>
            <p:cNvPr id="143" name="Shape 143"/>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44" name="Shape 144"/>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46"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147" name="Shape 147"/>
          <p:cNvSpPr/>
          <p:nvPr>
            <p:ph type="title"/>
          </p:nvPr>
        </p:nvSpPr>
        <p:spPr>
          <a:prstGeom prst="rect">
            <a:avLst/>
          </a:prstGeom>
        </p:spPr>
        <p:txBody>
          <a:bodyPr/>
          <a:lstStyle/>
          <a:p>
            <a:pPr/>
            <a:r>
              <a:t>Title Text</a:t>
            </a:r>
          </a:p>
        </p:txBody>
      </p:sp>
      <p:sp>
        <p:nvSpPr>
          <p:cNvPr id="148" name="Shape 148"/>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49" name="Shape 149"/>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0" showMasterPhAnim="1">
  <p:cSld name="Vertical Title and Text">
    <p:spTree>
      <p:nvGrpSpPr>
        <p:cNvPr id="1" name=""/>
        <p:cNvGrpSpPr/>
        <p:nvPr/>
      </p:nvGrpSpPr>
      <p:grpSpPr>
        <a:xfrm>
          <a:off x="0" y="0"/>
          <a:ext cx="0" cy="0"/>
          <a:chOff x="0" y="0"/>
          <a:chExt cx="0" cy="0"/>
        </a:xfrm>
      </p:grpSpPr>
      <p:grpSp>
        <p:nvGrpSpPr>
          <p:cNvPr id="158" name="Group 158"/>
          <p:cNvGrpSpPr/>
          <p:nvPr/>
        </p:nvGrpSpPr>
        <p:grpSpPr>
          <a:xfrm>
            <a:off x="-1" y="0"/>
            <a:ext cx="9144001" cy="304800"/>
            <a:chOff x="0" y="0"/>
            <a:chExt cx="9144000" cy="304800"/>
          </a:xfrm>
        </p:grpSpPr>
        <p:sp>
          <p:nvSpPr>
            <p:cNvPr id="156" name="Shape 156"/>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57" name="Shape 157"/>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61" name="Group 161"/>
          <p:cNvGrpSpPr/>
          <p:nvPr/>
        </p:nvGrpSpPr>
        <p:grpSpPr>
          <a:xfrm>
            <a:off x="-1" y="6553200"/>
            <a:ext cx="9144001" cy="304800"/>
            <a:chOff x="0" y="0"/>
            <a:chExt cx="9144000" cy="304800"/>
          </a:xfrm>
        </p:grpSpPr>
        <p:sp>
          <p:nvSpPr>
            <p:cNvPr id="159" name="Shape 159"/>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60" name="Shape 160"/>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62"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163" name="Shape 163"/>
          <p:cNvSpPr/>
          <p:nvPr>
            <p:ph type="title"/>
          </p:nvPr>
        </p:nvSpPr>
        <p:spPr>
          <a:xfrm>
            <a:off x="6629400" y="274638"/>
            <a:ext cx="2057400" cy="5851526"/>
          </a:xfrm>
          <a:prstGeom prst="rect">
            <a:avLst/>
          </a:prstGeom>
        </p:spPr>
        <p:txBody>
          <a:bodyPr/>
          <a:lstStyle/>
          <a:p>
            <a:pPr/>
            <a:r>
              <a:t>Title Text</a:t>
            </a:r>
          </a:p>
        </p:txBody>
      </p:sp>
      <p:sp>
        <p:nvSpPr>
          <p:cNvPr id="164" name="Shape 164"/>
          <p:cNvSpPr/>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65" name="Shape 16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0" showMasterPhAnim="1">
  <p:cSld name="Custom Layout">
    <p:spTree>
      <p:nvGrpSpPr>
        <p:cNvPr id="1" name=""/>
        <p:cNvGrpSpPr/>
        <p:nvPr/>
      </p:nvGrpSpPr>
      <p:grpSpPr>
        <a:xfrm>
          <a:off x="0" y="0"/>
          <a:ext cx="0" cy="0"/>
          <a:chOff x="0" y="0"/>
          <a:chExt cx="0" cy="0"/>
        </a:xfrm>
      </p:grpSpPr>
      <p:grpSp>
        <p:nvGrpSpPr>
          <p:cNvPr id="174" name="Group 174"/>
          <p:cNvGrpSpPr/>
          <p:nvPr/>
        </p:nvGrpSpPr>
        <p:grpSpPr>
          <a:xfrm>
            <a:off x="-1" y="0"/>
            <a:ext cx="9144001" cy="304800"/>
            <a:chOff x="0" y="0"/>
            <a:chExt cx="9144000" cy="304800"/>
          </a:xfrm>
        </p:grpSpPr>
        <p:sp>
          <p:nvSpPr>
            <p:cNvPr id="172" name="Shape 172"/>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3" name="Shape 173"/>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77" name="Group 177"/>
          <p:cNvGrpSpPr/>
          <p:nvPr/>
        </p:nvGrpSpPr>
        <p:grpSpPr>
          <a:xfrm>
            <a:off x="-1" y="6553200"/>
            <a:ext cx="9144001" cy="304800"/>
            <a:chOff x="0" y="0"/>
            <a:chExt cx="9144000" cy="304800"/>
          </a:xfrm>
        </p:grpSpPr>
        <p:sp>
          <p:nvSpPr>
            <p:cNvPr id="175" name="Shape 175"/>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6" name="Shape 176"/>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78"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grpSp>
        <p:nvGrpSpPr>
          <p:cNvPr id="181" name="Group 181"/>
          <p:cNvGrpSpPr/>
          <p:nvPr/>
        </p:nvGrpSpPr>
        <p:grpSpPr>
          <a:xfrm>
            <a:off x="-1" y="0"/>
            <a:ext cx="9144001" cy="304800"/>
            <a:chOff x="0" y="0"/>
            <a:chExt cx="9144000" cy="304800"/>
          </a:xfrm>
        </p:grpSpPr>
        <p:sp>
          <p:nvSpPr>
            <p:cNvPr id="179" name="Shape 179"/>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0" name="Shape 180"/>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84" name="Group 184"/>
          <p:cNvGrpSpPr/>
          <p:nvPr/>
        </p:nvGrpSpPr>
        <p:grpSpPr>
          <a:xfrm>
            <a:off x="-1" y="6553200"/>
            <a:ext cx="9144001" cy="304800"/>
            <a:chOff x="0" y="0"/>
            <a:chExt cx="9144000" cy="304800"/>
          </a:xfrm>
        </p:grpSpPr>
        <p:sp>
          <p:nvSpPr>
            <p:cNvPr id="182" name="Shape 182"/>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3" name="Shape 183"/>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85" name="Shape 185"/>
          <p:cNvSpPr/>
          <p:nvPr/>
        </p:nvSpPr>
        <p:spPr>
          <a:xfrm>
            <a:off x="4800600" y="6593422"/>
            <a:ext cx="4405087" cy="231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000">
                <a:solidFill>
                  <a:srgbClr val="FFFFFF"/>
                </a:solidFill>
              </a:defRPr>
            </a:lvl1pPr>
          </a:lstStyle>
          <a:p>
            <a:pPr/>
            <a:r>
              <a:t>Copyright © Indian Institute of Management Bangalore. All Rights Reserved.</a:t>
            </a:r>
          </a:p>
        </p:txBody>
      </p:sp>
      <p:sp>
        <p:nvSpPr>
          <p:cNvPr id="186" name="Shape 186"/>
          <p:cNvSpPr/>
          <p:nvPr>
            <p:ph type="sldNum" sz="quarter" idx="2"/>
          </p:nvPr>
        </p:nvSpPr>
        <p:spPr>
          <a:xfrm>
            <a:off x="4419600" y="6172200"/>
            <a:ext cx="2133600" cy="368301"/>
          </a:xfrm>
          <a:prstGeom prst="rect">
            <a:avLst/>
          </a:prstGeom>
        </p:spPr>
        <p:txBody>
          <a:bodyPr anchor="ctr"/>
          <a:lstStyle>
            <a:lvl1pPr algn="r">
              <a:defRPr sz="12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0" showMasterPhAnim="1">
  <p:cSld name="1_Title Slide">
    <p:spTree>
      <p:nvGrpSpPr>
        <p:cNvPr id="1" name=""/>
        <p:cNvGrpSpPr/>
        <p:nvPr/>
      </p:nvGrpSpPr>
      <p:grpSpPr>
        <a:xfrm>
          <a:off x="0" y="0"/>
          <a:ext cx="0" cy="0"/>
          <a:chOff x="0" y="0"/>
          <a:chExt cx="0" cy="0"/>
        </a:xfrm>
      </p:grpSpPr>
      <p:sp>
        <p:nvSpPr>
          <p:cNvPr id="193" name="Shape 193"/>
          <p:cNvSpPr/>
          <p:nvPr>
            <p:ph type="title"/>
          </p:nvPr>
        </p:nvSpPr>
        <p:spPr>
          <a:xfrm>
            <a:off x="685800" y="2130425"/>
            <a:ext cx="7772400" cy="1470025"/>
          </a:xfrm>
          <a:prstGeom prst="rect">
            <a:avLst/>
          </a:prstGeom>
        </p:spPr>
        <p:txBody>
          <a:bodyPr/>
          <a:lstStyle>
            <a:lvl1pPr algn="ctr">
              <a:defRPr b="0" sz="4400">
                <a:solidFill>
                  <a:srgbClr val="000000"/>
                </a:solidFill>
              </a:defRPr>
            </a:lvl1pPr>
          </a:lstStyle>
          <a:p>
            <a:pPr/>
            <a:r>
              <a:t>Title Text</a:t>
            </a:r>
          </a:p>
        </p:txBody>
      </p:sp>
      <p:sp>
        <p:nvSpPr>
          <p:cNvPr id="194" name="Shape 194"/>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95" name="Shape 195"/>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202" name="Shape 202"/>
          <p:cNvSpPr/>
          <p:nvPr>
            <p:ph type="title"/>
          </p:nvPr>
        </p:nvSpPr>
        <p:spPr>
          <a:xfrm>
            <a:off x="685800" y="2130425"/>
            <a:ext cx="7772400" cy="1470025"/>
          </a:xfrm>
          <a:prstGeom prst="rect">
            <a:avLst/>
          </a:prstGeom>
        </p:spPr>
        <p:txBody>
          <a:bodyPr/>
          <a:lstStyle>
            <a:lvl1pPr algn="ctr">
              <a:defRPr b="0" sz="4400">
                <a:solidFill>
                  <a:srgbClr val="000000"/>
                </a:solidFill>
              </a:defRPr>
            </a:lvl1pPr>
          </a:lstStyle>
          <a:p>
            <a:pPr/>
            <a:r>
              <a:t>Title Text</a:t>
            </a:r>
          </a:p>
        </p:txBody>
      </p:sp>
      <p:sp>
        <p:nvSpPr>
          <p:cNvPr id="203" name="Shape 203"/>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04" name="Shape 204"/>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type="tx" showMasterSp="0" showMasterPhAnim="1">
  <p:cSld name="Title and Content">
    <p:spTree>
      <p:nvGrpSpPr>
        <p:cNvPr id="1" name=""/>
        <p:cNvGrpSpPr/>
        <p:nvPr/>
      </p:nvGrpSpPr>
      <p:grpSpPr>
        <a:xfrm>
          <a:off x="0" y="0"/>
          <a:ext cx="0" cy="0"/>
          <a:chOff x="0" y="0"/>
          <a:chExt cx="0" cy="0"/>
        </a:xfrm>
      </p:grpSpPr>
      <p:sp>
        <p:nvSpPr>
          <p:cNvPr id="211" name="Shape 211"/>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212" name="Shape 212"/>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13" name="Shape 213"/>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type="tx" showMasterSp="0" showMasterPhAnim="1">
  <p:cSld name="Section Header">
    <p:spTree>
      <p:nvGrpSpPr>
        <p:cNvPr id="1" name=""/>
        <p:cNvGrpSpPr/>
        <p:nvPr/>
      </p:nvGrpSpPr>
      <p:grpSpPr>
        <a:xfrm>
          <a:off x="0" y="0"/>
          <a:ext cx="0" cy="0"/>
          <a:chOff x="0" y="0"/>
          <a:chExt cx="0" cy="0"/>
        </a:xfrm>
      </p:grpSpPr>
      <p:sp>
        <p:nvSpPr>
          <p:cNvPr id="220" name="Shape 220"/>
          <p:cNvSpPr/>
          <p:nvPr>
            <p:ph type="title"/>
          </p:nvPr>
        </p:nvSpPr>
        <p:spPr>
          <a:xfrm>
            <a:off x="722312" y="4406900"/>
            <a:ext cx="7772401" cy="1362075"/>
          </a:xfrm>
          <a:prstGeom prst="rect">
            <a:avLst/>
          </a:prstGeom>
        </p:spPr>
        <p:txBody>
          <a:bodyPr anchor="t"/>
          <a:lstStyle>
            <a:lvl1pPr>
              <a:defRPr cap="all" sz="4000">
                <a:solidFill>
                  <a:srgbClr val="000000"/>
                </a:solidFill>
              </a:defRPr>
            </a:lvl1pPr>
          </a:lstStyle>
          <a:p>
            <a:pPr/>
            <a:r>
              <a:t>Title Text</a:t>
            </a:r>
          </a:p>
        </p:txBody>
      </p:sp>
      <p:sp>
        <p:nvSpPr>
          <p:cNvPr id="221" name="Shape 22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22" name="Shape 222"/>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type="tx" showMasterSp="0" showMasterPhAnim="1">
  <p:cSld name="Two Content">
    <p:spTree>
      <p:nvGrpSpPr>
        <p:cNvPr id="1" name=""/>
        <p:cNvGrpSpPr/>
        <p:nvPr/>
      </p:nvGrpSpPr>
      <p:grpSpPr>
        <a:xfrm>
          <a:off x="0" y="0"/>
          <a:ext cx="0" cy="0"/>
          <a:chOff x="0" y="0"/>
          <a:chExt cx="0" cy="0"/>
        </a:xfrm>
      </p:grpSpPr>
      <p:sp>
        <p:nvSpPr>
          <p:cNvPr id="229" name="Shape 229"/>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230" name="Shape 230"/>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231" name="Shape 231"/>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type="tx" showMasterSp="0" showMasterPhAnim="1">
  <p:cSld name="Comparison">
    <p:spTree>
      <p:nvGrpSpPr>
        <p:cNvPr id="1" name=""/>
        <p:cNvGrpSpPr/>
        <p:nvPr/>
      </p:nvGrpSpPr>
      <p:grpSpPr>
        <a:xfrm>
          <a:off x="0" y="0"/>
          <a:ext cx="0" cy="0"/>
          <a:chOff x="0" y="0"/>
          <a:chExt cx="0" cy="0"/>
        </a:xfrm>
      </p:grpSpPr>
      <p:sp>
        <p:nvSpPr>
          <p:cNvPr id="238" name="Shape 238"/>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239" name="Shape 239"/>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240" name="Shape 240"/>
          <p:cNvSpPr/>
          <p:nvPr>
            <p:ph type="body" sz="quarter" idx="13"/>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241" name="Shape 241"/>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type="tx" showMasterSp="0" showMasterPhAnim="1">
  <p:cSld name="Title Only">
    <p:spTree>
      <p:nvGrpSpPr>
        <p:cNvPr id="1" name=""/>
        <p:cNvGrpSpPr/>
        <p:nvPr/>
      </p:nvGrpSpPr>
      <p:grpSpPr>
        <a:xfrm>
          <a:off x="0" y="0"/>
          <a:ext cx="0" cy="0"/>
          <a:chOff x="0" y="0"/>
          <a:chExt cx="0" cy="0"/>
        </a:xfrm>
      </p:grpSpPr>
      <p:sp>
        <p:nvSpPr>
          <p:cNvPr id="248" name="Shape 248"/>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249" name="Shape 249"/>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type="tx" showMasterSp="0" showMasterPhAnim="1">
  <p:cSld name="Blank">
    <p:spTree>
      <p:nvGrpSpPr>
        <p:cNvPr id="1" name=""/>
        <p:cNvGrpSpPr/>
        <p:nvPr/>
      </p:nvGrpSpPr>
      <p:grpSpPr>
        <a:xfrm>
          <a:off x="0" y="0"/>
          <a:ext cx="0" cy="0"/>
          <a:chOff x="0" y="0"/>
          <a:chExt cx="0" cy="0"/>
        </a:xfrm>
      </p:grpSpPr>
      <p:sp>
        <p:nvSpPr>
          <p:cNvPr id="256" name="Shape 256"/>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type="tx" showMasterSp="0" showMasterPhAnim="1">
  <p:cSld name="Content with Caption">
    <p:spTree>
      <p:nvGrpSpPr>
        <p:cNvPr id="1" name=""/>
        <p:cNvGrpSpPr/>
        <p:nvPr/>
      </p:nvGrpSpPr>
      <p:grpSpPr>
        <a:xfrm>
          <a:off x="0" y="0"/>
          <a:ext cx="0" cy="0"/>
          <a:chOff x="0" y="0"/>
          <a:chExt cx="0" cy="0"/>
        </a:xfrm>
      </p:grpSpPr>
      <p:sp>
        <p:nvSpPr>
          <p:cNvPr id="263" name="Shape 263"/>
          <p:cNvSpPr/>
          <p:nvPr>
            <p:ph type="title"/>
          </p:nvPr>
        </p:nvSpPr>
        <p:spPr>
          <a:xfrm>
            <a:off x="457200" y="273050"/>
            <a:ext cx="3008314" cy="1162050"/>
          </a:xfrm>
          <a:prstGeom prst="rect">
            <a:avLst/>
          </a:prstGeom>
        </p:spPr>
        <p:txBody>
          <a:bodyPr anchor="b"/>
          <a:lstStyle>
            <a:lvl1pPr>
              <a:defRPr sz="2000">
                <a:solidFill>
                  <a:srgbClr val="000000"/>
                </a:solidFill>
              </a:defRPr>
            </a:lvl1pPr>
          </a:lstStyle>
          <a:p>
            <a:pPr/>
            <a:r>
              <a:t>Title Text</a:t>
            </a:r>
          </a:p>
        </p:txBody>
      </p:sp>
      <p:sp>
        <p:nvSpPr>
          <p:cNvPr id="264" name="Shape 264"/>
          <p:cNvSpPr/>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5" name="Shape 265"/>
          <p:cNvSpPr/>
          <p:nvPr>
            <p:ph type="body" sz="half" idx="13"/>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266" name="Shape 266"/>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type="tx" showMasterSp="0" showMasterPhAnim="1">
  <p:cSld name="Picture with Caption">
    <p:spTree>
      <p:nvGrpSpPr>
        <p:cNvPr id="1" name=""/>
        <p:cNvGrpSpPr/>
        <p:nvPr/>
      </p:nvGrpSpPr>
      <p:grpSpPr>
        <a:xfrm>
          <a:off x="0" y="0"/>
          <a:ext cx="0" cy="0"/>
          <a:chOff x="0" y="0"/>
          <a:chExt cx="0" cy="0"/>
        </a:xfrm>
      </p:grpSpPr>
      <p:sp>
        <p:nvSpPr>
          <p:cNvPr id="273" name="Shape 273"/>
          <p:cNvSpPr/>
          <p:nvPr>
            <p:ph type="title"/>
          </p:nvPr>
        </p:nvSpPr>
        <p:spPr>
          <a:xfrm>
            <a:off x="1792288" y="4800600"/>
            <a:ext cx="5486401" cy="566738"/>
          </a:xfrm>
          <a:prstGeom prst="rect">
            <a:avLst/>
          </a:prstGeom>
        </p:spPr>
        <p:txBody>
          <a:bodyPr anchor="b"/>
          <a:lstStyle>
            <a:lvl1pPr>
              <a:defRPr sz="2000">
                <a:solidFill>
                  <a:srgbClr val="000000"/>
                </a:solidFill>
              </a:defRPr>
            </a:lvl1pPr>
          </a:lstStyle>
          <a:p>
            <a:pPr/>
            <a:r>
              <a:t>Title Text</a:t>
            </a:r>
          </a:p>
        </p:txBody>
      </p:sp>
      <p:sp>
        <p:nvSpPr>
          <p:cNvPr id="274" name="Shape 274"/>
          <p:cNvSpPr/>
          <p:nvPr>
            <p:ph type="pic" sz="half" idx="13"/>
          </p:nvPr>
        </p:nvSpPr>
        <p:spPr>
          <a:xfrm>
            <a:off x="1792288" y="612775"/>
            <a:ext cx="5486401" cy="4114800"/>
          </a:xfrm>
          <a:prstGeom prst="rect">
            <a:avLst/>
          </a:prstGeom>
        </p:spPr>
        <p:txBody>
          <a:bodyPr lIns="91439" rIns="91439">
            <a:noAutofit/>
          </a:bodyPr>
          <a:lstStyle/>
          <a:p>
            <a:pPr/>
          </a:p>
        </p:txBody>
      </p:sp>
      <p:sp>
        <p:nvSpPr>
          <p:cNvPr id="275" name="Shape 275"/>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276" name="Shape 276"/>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type="tx" showMasterSp="0" showMasterPhAnim="1">
  <p:cSld name="Title and Vertical Text">
    <p:spTree>
      <p:nvGrpSpPr>
        <p:cNvPr id="1" name=""/>
        <p:cNvGrpSpPr/>
        <p:nvPr/>
      </p:nvGrpSpPr>
      <p:grpSpPr>
        <a:xfrm>
          <a:off x="0" y="0"/>
          <a:ext cx="0" cy="0"/>
          <a:chOff x="0" y="0"/>
          <a:chExt cx="0" cy="0"/>
        </a:xfrm>
      </p:grpSpPr>
      <p:sp>
        <p:nvSpPr>
          <p:cNvPr id="283" name="Shape 283"/>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284" name="Shape 284"/>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85" name="Shape 285"/>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type="tx" showMasterSp="0" showMasterPhAnim="1">
  <p:cSld name="Vertical Title and Text">
    <p:spTree>
      <p:nvGrpSpPr>
        <p:cNvPr id="1" name=""/>
        <p:cNvGrpSpPr/>
        <p:nvPr/>
      </p:nvGrpSpPr>
      <p:grpSpPr>
        <a:xfrm>
          <a:off x="0" y="0"/>
          <a:ext cx="0" cy="0"/>
          <a:chOff x="0" y="0"/>
          <a:chExt cx="0" cy="0"/>
        </a:xfrm>
      </p:grpSpPr>
      <p:sp>
        <p:nvSpPr>
          <p:cNvPr id="292" name="Shape 292"/>
          <p:cNvSpPr/>
          <p:nvPr>
            <p:ph type="title"/>
          </p:nvPr>
        </p:nvSpPr>
        <p:spPr>
          <a:xfrm>
            <a:off x="6629400" y="274638"/>
            <a:ext cx="2057400" cy="5851526"/>
          </a:xfrm>
          <a:prstGeom prst="rect">
            <a:avLst/>
          </a:prstGeom>
        </p:spPr>
        <p:txBody>
          <a:bodyPr/>
          <a:lstStyle>
            <a:lvl1pPr algn="ctr">
              <a:defRPr b="0" sz="4400">
                <a:solidFill>
                  <a:srgbClr val="000000"/>
                </a:solidFill>
              </a:defRPr>
            </a:lvl1pPr>
          </a:lstStyle>
          <a:p>
            <a:pPr/>
            <a:r>
              <a:t>Title Text</a:t>
            </a:r>
          </a:p>
        </p:txBody>
      </p:sp>
      <p:sp>
        <p:nvSpPr>
          <p:cNvPr id="293" name="Shape 293"/>
          <p:cNvSpPr/>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94" name="Shape 294"/>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301" name="Shape 301"/>
          <p:cNvSpPr/>
          <p:nvPr>
            <p:ph type="title"/>
          </p:nvPr>
        </p:nvSpPr>
        <p:spPr>
          <a:xfrm>
            <a:off x="685800" y="2130425"/>
            <a:ext cx="7772400" cy="1470025"/>
          </a:xfrm>
          <a:prstGeom prst="rect">
            <a:avLst/>
          </a:prstGeom>
        </p:spPr>
        <p:txBody>
          <a:bodyPr/>
          <a:lstStyle>
            <a:lvl1pPr algn="ctr">
              <a:defRPr b="0" sz="4400">
                <a:solidFill>
                  <a:srgbClr val="000000"/>
                </a:solidFill>
              </a:defRPr>
            </a:lvl1pPr>
          </a:lstStyle>
          <a:p>
            <a:pPr/>
            <a:r>
              <a:t>Title Text</a:t>
            </a:r>
          </a:p>
        </p:txBody>
      </p:sp>
      <p:sp>
        <p:nvSpPr>
          <p:cNvPr id="302" name="Shape 302"/>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03" name="Shape 303"/>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type="tx" showMasterSp="0" showMasterPhAnim="1">
  <p:cSld name="Title and Content">
    <p:spTree>
      <p:nvGrpSpPr>
        <p:cNvPr id="1" name=""/>
        <p:cNvGrpSpPr/>
        <p:nvPr/>
      </p:nvGrpSpPr>
      <p:grpSpPr>
        <a:xfrm>
          <a:off x="0" y="0"/>
          <a:ext cx="0" cy="0"/>
          <a:chOff x="0" y="0"/>
          <a:chExt cx="0" cy="0"/>
        </a:xfrm>
      </p:grpSpPr>
      <p:sp>
        <p:nvSpPr>
          <p:cNvPr id="310" name="Shape 310"/>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311" name="Shape 311"/>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2" name="Shape 312"/>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type="tx" showMasterSp="0" showMasterPhAnim="1">
  <p:cSld name="Section Header">
    <p:spTree>
      <p:nvGrpSpPr>
        <p:cNvPr id="1" name=""/>
        <p:cNvGrpSpPr/>
        <p:nvPr/>
      </p:nvGrpSpPr>
      <p:grpSpPr>
        <a:xfrm>
          <a:off x="0" y="0"/>
          <a:ext cx="0" cy="0"/>
          <a:chOff x="0" y="0"/>
          <a:chExt cx="0" cy="0"/>
        </a:xfrm>
      </p:grpSpPr>
      <p:sp>
        <p:nvSpPr>
          <p:cNvPr id="319" name="Shape 319"/>
          <p:cNvSpPr/>
          <p:nvPr>
            <p:ph type="title"/>
          </p:nvPr>
        </p:nvSpPr>
        <p:spPr>
          <a:xfrm>
            <a:off x="722312" y="4406900"/>
            <a:ext cx="7772401" cy="1362075"/>
          </a:xfrm>
          <a:prstGeom prst="rect">
            <a:avLst/>
          </a:prstGeom>
        </p:spPr>
        <p:txBody>
          <a:bodyPr anchor="t"/>
          <a:lstStyle>
            <a:lvl1pPr>
              <a:defRPr cap="all" sz="4000">
                <a:solidFill>
                  <a:srgbClr val="000000"/>
                </a:solidFill>
              </a:defRPr>
            </a:lvl1pPr>
          </a:lstStyle>
          <a:p>
            <a:pPr/>
            <a:r>
              <a:t>Title Text</a:t>
            </a:r>
          </a:p>
        </p:txBody>
      </p:sp>
      <p:sp>
        <p:nvSpPr>
          <p:cNvPr id="320" name="Shape 320"/>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21" name="Shape 321"/>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type="tx" showMasterSp="0" showMasterPhAnim="1">
  <p:cSld name="Two Content">
    <p:spTree>
      <p:nvGrpSpPr>
        <p:cNvPr id="1" name=""/>
        <p:cNvGrpSpPr/>
        <p:nvPr/>
      </p:nvGrpSpPr>
      <p:grpSpPr>
        <a:xfrm>
          <a:off x="0" y="0"/>
          <a:ext cx="0" cy="0"/>
          <a:chOff x="0" y="0"/>
          <a:chExt cx="0" cy="0"/>
        </a:xfrm>
      </p:grpSpPr>
      <p:sp>
        <p:nvSpPr>
          <p:cNvPr id="328" name="Shape 328"/>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329" name="Shape 329"/>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330" name="Shape 330"/>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type="tx" showMasterSp="0" showMasterPhAnim="1">
  <p:cSld name="Comparison">
    <p:spTree>
      <p:nvGrpSpPr>
        <p:cNvPr id="1" name=""/>
        <p:cNvGrpSpPr/>
        <p:nvPr/>
      </p:nvGrpSpPr>
      <p:grpSpPr>
        <a:xfrm>
          <a:off x="0" y="0"/>
          <a:ext cx="0" cy="0"/>
          <a:chOff x="0" y="0"/>
          <a:chExt cx="0" cy="0"/>
        </a:xfrm>
      </p:grpSpPr>
      <p:sp>
        <p:nvSpPr>
          <p:cNvPr id="337" name="Shape 337"/>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338" name="Shape 338"/>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339" name="Shape 339"/>
          <p:cNvSpPr/>
          <p:nvPr>
            <p:ph type="body" sz="quarter" idx="13"/>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340" name="Shape 340"/>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type="tx" showMasterSp="0" showMasterPhAnim="1">
  <p:cSld name="Title Only">
    <p:spTree>
      <p:nvGrpSpPr>
        <p:cNvPr id="1" name=""/>
        <p:cNvGrpSpPr/>
        <p:nvPr/>
      </p:nvGrpSpPr>
      <p:grpSpPr>
        <a:xfrm>
          <a:off x="0" y="0"/>
          <a:ext cx="0" cy="0"/>
          <a:chOff x="0" y="0"/>
          <a:chExt cx="0" cy="0"/>
        </a:xfrm>
      </p:grpSpPr>
      <p:sp>
        <p:nvSpPr>
          <p:cNvPr id="347" name="Shape 347"/>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348" name="Shape 348"/>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type="tx" showMasterSp="0" showMasterPhAnim="1">
  <p:cSld name="Blank">
    <p:spTree>
      <p:nvGrpSpPr>
        <p:cNvPr id="1" name=""/>
        <p:cNvGrpSpPr/>
        <p:nvPr/>
      </p:nvGrpSpPr>
      <p:grpSpPr>
        <a:xfrm>
          <a:off x="0" y="0"/>
          <a:ext cx="0" cy="0"/>
          <a:chOff x="0" y="0"/>
          <a:chExt cx="0" cy="0"/>
        </a:xfrm>
      </p:grpSpPr>
      <p:sp>
        <p:nvSpPr>
          <p:cNvPr id="355" name="Shape 355"/>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type="tx" showMasterSp="0" showMasterPhAnim="1">
  <p:cSld name="Content with Caption">
    <p:spTree>
      <p:nvGrpSpPr>
        <p:cNvPr id="1" name=""/>
        <p:cNvGrpSpPr/>
        <p:nvPr/>
      </p:nvGrpSpPr>
      <p:grpSpPr>
        <a:xfrm>
          <a:off x="0" y="0"/>
          <a:ext cx="0" cy="0"/>
          <a:chOff x="0" y="0"/>
          <a:chExt cx="0" cy="0"/>
        </a:xfrm>
      </p:grpSpPr>
      <p:sp>
        <p:nvSpPr>
          <p:cNvPr id="362" name="Shape 362"/>
          <p:cNvSpPr/>
          <p:nvPr>
            <p:ph type="title"/>
          </p:nvPr>
        </p:nvSpPr>
        <p:spPr>
          <a:xfrm>
            <a:off x="457200" y="273050"/>
            <a:ext cx="3008314" cy="1162050"/>
          </a:xfrm>
          <a:prstGeom prst="rect">
            <a:avLst/>
          </a:prstGeom>
        </p:spPr>
        <p:txBody>
          <a:bodyPr anchor="b"/>
          <a:lstStyle>
            <a:lvl1pPr>
              <a:defRPr sz="2000">
                <a:solidFill>
                  <a:srgbClr val="000000"/>
                </a:solidFill>
              </a:defRPr>
            </a:lvl1pPr>
          </a:lstStyle>
          <a:p>
            <a:pPr/>
            <a:r>
              <a:t>Title Text</a:t>
            </a:r>
          </a:p>
        </p:txBody>
      </p:sp>
      <p:sp>
        <p:nvSpPr>
          <p:cNvPr id="363" name="Shape 363"/>
          <p:cNvSpPr/>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64" name="Shape 364"/>
          <p:cNvSpPr/>
          <p:nvPr>
            <p:ph type="body" sz="half" idx="13"/>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365" name="Shape 365"/>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type="tx" showMasterSp="0" showMasterPhAnim="1">
  <p:cSld name="Picture with Caption">
    <p:spTree>
      <p:nvGrpSpPr>
        <p:cNvPr id="1" name=""/>
        <p:cNvGrpSpPr/>
        <p:nvPr/>
      </p:nvGrpSpPr>
      <p:grpSpPr>
        <a:xfrm>
          <a:off x="0" y="0"/>
          <a:ext cx="0" cy="0"/>
          <a:chOff x="0" y="0"/>
          <a:chExt cx="0" cy="0"/>
        </a:xfrm>
      </p:grpSpPr>
      <p:sp>
        <p:nvSpPr>
          <p:cNvPr id="372" name="Shape 372"/>
          <p:cNvSpPr/>
          <p:nvPr>
            <p:ph type="title"/>
          </p:nvPr>
        </p:nvSpPr>
        <p:spPr>
          <a:xfrm>
            <a:off x="1792288" y="4800600"/>
            <a:ext cx="5486401" cy="566738"/>
          </a:xfrm>
          <a:prstGeom prst="rect">
            <a:avLst/>
          </a:prstGeom>
        </p:spPr>
        <p:txBody>
          <a:bodyPr anchor="b"/>
          <a:lstStyle>
            <a:lvl1pPr>
              <a:defRPr sz="2000">
                <a:solidFill>
                  <a:srgbClr val="000000"/>
                </a:solidFill>
              </a:defRPr>
            </a:lvl1pPr>
          </a:lstStyle>
          <a:p>
            <a:pPr/>
            <a:r>
              <a:t>Title Text</a:t>
            </a:r>
          </a:p>
        </p:txBody>
      </p:sp>
      <p:sp>
        <p:nvSpPr>
          <p:cNvPr id="373" name="Shape 373"/>
          <p:cNvSpPr/>
          <p:nvPr>
            <p:ph type="pic" sz="half" idx="13"/>
          </p:nvPr>
        </p:nvSpPr>
        <p:spPr>
          <a:xfrm>
            <a:off x="1792288" y="612775"/>
            <a:ext cx="5486401" cy="4114800"/>
          </a:xfrm>
          <a:prstGeom prst="rect">
            <a:avLst/>
          </a:prstGeom>
        </p:spPr>
        <p:txBody>
          <a:bodyPr lIns="91439" rIns="91439">
            <a:noAutofit/>
          </a:bodyPr>
          <a:lstStyle/>
          <a:p>
            <a:pPr/>
          </a:p>
        </p:txBody>
      </p:sp>
      <p:sp>
        <p:nvSpPr>
          <p:cNvPr id="374" name="Shape 374"/>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375" name="Shape 375"/>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type="tx" showMasterSp="0" showMasterPhAnim="1">
  <p:cSld name="Title and Vertical Text">
    <p:spTree>
      <p:nvGrpSpPr>
        <p:cNvPr id="1" name=""/>
        <p:cNvGrpSpPr/>
        <p:nvPr/>
      </p:nvGrpSpPr>
      <p:grpSpPr>
        <a:xfrm>
          <a:off x="0" y="0"/>
          <a:ext cx="0" cy="0"/>
          <a:chOff x="0" y="0"/>
          <a:chExt cx="0" cy="0"/>
        </a:xfrm>
      </p:grpSpPr>
      <p:sp>
        <p:nvSpPr>
          <p:cNvPr id="382" name="Shape 382"/>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383" name="Shape 383"/>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84" name="Shape 384"/>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type="tx" showMasterSp="0" showMasterPhAnim="1">
  <p:cSld name="Vertical Title and Text">
    <p:spTree>
      <p:nvGrpSpPr>
        <p:cNvPr id="1" name=""/>
        <p:cNvGrpSpPr/>
        <p:nvPr/>
      </p:nvGrpSpPr>
      <p:grpSpPr>
        <a:xfrm>
          <a:off x="0" y="0"/>
          <a:ext cx="0" cy="0"/>
          <a:chOff x="0" y="0"/>
          <a:chExt cx="0" cy="0"/>
        </a:xfrm>
      </p:grpSpPr>
      <p:sp>
        <p:nvSpPr>
          <p:cNvPr id="391" name="Shape 391"/>
          <p:cNvSpPr/>
          <p:nvPr>
            <p:ph type="title"/>
          </p:nvPr>
        </p:nvSpPr>
        <p:spPr>
          <a:xfrm>
            <a:off x="6629400" y="274638"/>
            <a:ext cx="2057400" cy="5851526"/>
          </a:xfrm>
          <a:prstGeom prst="rect">
            <a:avLst/>
          </a:prstGeom>
        </p:spPr>
        <p:txBody>
          <a:bodyPr/>
          <a:lstStyle>
            <a:lvl1pPr algn="ctr">
              <a:defRPr b="0" sz="4400">
                <a:solidFill>
                  <a:srgbClr val="000000"/>
                </a:solidFill>
              </a:defRPr>
            </a:lvl1pPr>
          </a:lstStyle>
          <a:p>
            <a:pPr/>
            <a:r>
              <a:t>Title Text</a:t>
            </a:r>
          </a:p>
        </p:txBody>
      </p:sp>
      <p:sp>
        <p:nvSpPr>
          <p:cNvPr id="392" name="Shape 392"/>
          <p:cNvSpPr/>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93" name="Shape 393"/>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400" name="Shape 400"/>
          <p:cNvSpPr/>
          <p:nvPr>
            <p:ph type="title"/>
          </p:nvPr>
        </p:nvSpPr>
        <p:spPr>
          <a:xfrm>
            <a:off x="685800" y="2130425"/>
            <a:ext cx="7772400" cy="1470025"/>
          </a:xfrm>
          <a:prstGeom prst="rect">
            <a:avLst/>
          </a:prstGeom>
        </p:spPr>
        <p:txBody>
          <a:bodyPr/>
          <a:lstStyle>
            <a:lvl1pPr algn="ctr">
              <a:defRPr b="0" sz="4400">
                <a:solidFill>
                  <a:srgbClr val="000000"/>
                </a:solidFill>
              </a:defRPr>
            </a:lvl1pPr>
          </a:lstStyle>
          <a:p>
            <a:pPr/>
            <a:r>
              <a:t>Title Text</a:t>
            </a:r>
          </a:p>
        </p:txBody>
      </p:sp>
      <p:sp>
        <p:nvSpPr>
          <p:cNvPr id="401" name="Shape 40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402" name="Shape 402"/>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type="tx" showMasterSp="0" showMasterPhAnim="1">
  <p:cSld name="Title and Content">
    <p:spTree>
      <p:nvGrpSpPr>
        <p:cNvPr id="1" name=""/>
        <p:cNvGrpSpPr/>
        <p:nvPr/>
      </p:nvGrpSpPr>
      <p:grpSpPr>
        <a:xfrm>
          <a:off x="0" y="0"/>
          <a:ext cx="0" cy="0"/>
          <a:chOff x="0" y="0"/>
          <a:chExt cx="0" cy="0"/>
        </a:xfrm>
      </p:grpSpPr>
      <p:sp>
        <p:nvSpPr>
          <p:cNvPr id="409" name="Shape 409"/>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410" name="Shape 410"/>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1" name="Shape 411"/>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type="tx" showMasterSp="0" showMasterPhAnim="1">
  <p:cSld name="Section Header">
    <p:spTree>
      <p:nvGrpSpPr>
        <p:cNvPr id="1" name=""/>
        <p:cNvGrpSpPr/>
        <p:nvPr/>
      </p:nvGrpSpPr>
      <p:grpSpPr>
        <a:xfrm>
          <a:off x="0" y="0"/>
          <a:ext cx="0" cy="0"/>
          <a:chOff x="0" y="0"/>
          <a:chExt cx="0" cy="0"/>
        </a:xfrm>
      </p:grpSpPr>
      <p:sp>
        <p:nvSpPr>
          <p:cNvPr id="418" name="Shape 418"/>
          <p:cNvSpPr/>
          <p:nvPr>
            <p:ph type="title"/>
          </p:nvPr>
        </p:nvSpPr>
        <p:spPr>
          <a:xfrm>
            <a:off x="722312" y="4406900"/>
            <a:ext cx="7772401" cy="1362075"/>
          </a:xfrm>
          <a:prstGeom prst="rect">
            <a:avLst/>
          </a:prstGeom>
        </p:spPr>
        <p:txBody>
          <a:bodyPr anchor="t"/>
          <a:lstStyle>
            <a:lvl1pPr>
              <a:defRPr cap="all" sz="4000">
                <a:solidFill>
                  <a:srgbClr val="000000"/>
                </a:solidFill>
              </a:defRPr>
            </a:lvl1pPr>
          </a:lstStyle>
          <a:p>
            <a:pPr/>
            <a:r>
              <a:t>Title Text</a:t>
            </a:r>
          </a:p>
        </p:txBody>
      </p:sp>
      <p:sp>
        <p:nvSpPr>
          <p:cNvPr id="419" name="Shape 419"/>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420" name="Shape 420"/>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type="tx" showMasterSp="0" showMasterPhAnim="1">
  <p:cSld name="Two Content">
    <p:spTree>
      <p:nvGrpSpPr>
        <p:cNvPr id="1" name=""/>
        <p:cNvGrpSpPr/>
        <p:nvPr/>
      </p:nvGrpSpPr>
      <p:grpSpPr>
        <a:xfrm>
          <a:off x="0" y="0"/>
          <a:ext cx="0" cy="0"/>
          <a:chOff x="0" y="0"/>
          <a:chExt cx="0" cy="0"/>
        </a:xfrm>
      </p:grpSpPr>
      <p:sp>
        <p:nvSpPr>
          <p:cNvPr id="427" name="Shape 427"/>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428" name="Shape 428"/>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29" name="Shape 429"/>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type="tx" showMasterSp="0" showMasterPhAnim="1">
  <p:cSld name="Comparison">
    <p:spTree>
      <p:nvGrpSpPr>
        <p:cNvPr id="1" name=""/>
        <p:cNvGrpSpPr/>
        <p:nvPr/>
      </p:nvGrpSpPr>
      <p:grpSpPr>
        <a:xfrm>
          <a:off x="0" y="0"/>
          <a:ext cx="0" cy="0"/>
          <a:chOff x="0" y="0"/>
          <a:chExt cx="0" cy="0"/>
        </a:xfrm>
      </p:grpSpPr>
      <p:sp>
        <p:nvSpPr>
          <p:cNvPr id="436" name="Shape 436"/>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437" name="Shape 437"/>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38" name="Shape 438"/>
          <p:cNvSpPr/>
          <p:nvPr>
            <p:ph type="body" sz="quarter" idx="13"/>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439" name="Shape 439"/>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type="tx" showMasterSp="0" showMasterPhAnim="1">
  <p:cSld name="Title Only">
    <p:spTree>
      <p:nvGrpSpPr>
        <p:cNvPr id="1" name=""/>
        <p:cNvGrpSpPr/>
        <p:nvPr/>
      </p:nvGrpSpPr>
      <p:grpSpPr>
        <a:xfrm>
          <a:off x="0" y="0"/>
          <a:ext cx="0" cy="0"/>
          <a:chOff x="0" y="0"/>
          <a:chExt cx="0" cy="0"/>
        </a:xfrm>
      </p:grpSpPr>
      <p:sp>
        <p:nvSpPr>
          <p:cNvPr id="446" name="Shape 446"/>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447" name="Shape 447"/>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type="tx" showMasterSp="0" showMasterPhAnim="1">
  <p:cSld name="Blank">
    <p:spTree>
      <p:nvGrpSpPr>
        <p:cNvPr id="1" name=""/>
        <p:cNvGrpSpPr/>
        <p:nvPr/>
      </p:nvGrpSpPr>
      <p:grpSpPr>
        <a:xfrm>
          <a:off x="0" y="0"/>
          <a:ext cx="0" cy="0"/>
          <a:chOff x="0" y="0"/>
          <a:chExt cx="0" cy="0"/>
        </a:xfrm>
      </p:grpSpPr>
      <p:sp>
        <p:nvSpPr>
          <p:cNvPr id="454" name="Shape 454"/>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type="tx" showMasterSp="0" showMasterPhAnim="1">
  <p:cSld name="Content with Caption">
    <p:spTree>
      <p:nvGrpSpPr>
        <p:cNvPr id="1" name=""/>
        <p:cNvGrpSpPr/>
        <p:nvPr/>
      </p:nvGrpSpPr>
      <p:grpSpPr>
        <a:xfrm>
          <a:off x="0" y="0"/>
          <a:ext cx="0" cy="0"/>
          <a:chOff x="0" y="0"/>
          <a:chExt cx="0" cy="0"/>
        </a:xfrm>
      </p:grpSpPr>
      <p:sp>
        <p:nvSpPr>
          <p:cNvPr id="461" name="Shape 461"/>
          <p:cNvSpPr/>
          <p:nvPr>
            <p:ph type="title"/>
          </p:nvPr>
        </p:nvSpPr>
        <p:spPr>
          <a:xfrm>
            <a:off x="457200" y="273050"/>
            <a:ext cx="3008314" cy="1162050"/>
          </a:xfrm>
          <a:prstGeom prst="rect">
            <a:avLst/>
          </a:prstGeom>
        </p:spPr>
        <p:txBody>
          <a:bodyPr anchor="b"/>
          <a:lstStyle>
            <a:lvl1pPr>
              <a:defRPr sz="2000">
                <a:solidFill>
                  <a:srgbClr val="000000"/>
                </a:solidFill>
              </a:defRPr>
            </a:lvl1pPr>
          </a:lstStyle>
          <a:p>
            <a:pPr/>
            <a:r>
              <a:t>Title Text</a:t>
            </a:r>
          </a:p>
        </p:txBody>
      </p:sp>
      <p:sp>
        <p:nvSpPr>
          <p:cNvPr id="462" name="Shape 462"/>
          <p:cNvSpPr/>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63" name="Shape 463"/>
          <p:cNvSpPr/>
          <p:nvPr>
            <p:ph type="body" sz="half" idx="13"/>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464" name="Shape 464"/>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type="tx" showMasterSp="0" showMasterPhAnim="1">
  <p:cSld name="Picture with Caption">
    <p:spTree>
      <p:nvGrpSpPr>
        <p:cNvPr id="1" name=""/>
        <p:cNvGrpSpPr/>
        <p:nvPr/>
      </p:nvGrpSpPr>
      <p:grpSpPr>
        <a:xfrm>
          <a:off x="0" y="0"/>
          <a:ext cx="0" cy="0"/>
          <a:chOff x="0" y="0"/>
          <a:chExt cx="0" cy="0"/>
        </a:xfrm>
      </p:grpSpPr>
      <p:sp>
        <p:nvSpPr>
          <p:cNvPr id="471" name="Shape 471"/>
          <p:cNvSpPr/>
          <p:nvPr>
            <p:ph type="title"/>
          </p:nvPr>
        </p:nvSpPr>
        <p:spPr>
          <a:xfrm>
            <a:off x="1792288" y="4800600"/>
            <a:ext cx="5486401" cy="566738"/>
          </a:xfrm>
          <a:prstGeom prst="rect">
            <a:avLst/>
          </a:prstGeom>
        </p:spPr>
        <p:txBody>
          <a:bodyPr anchor="b"/>
          <a:lstStyle>
            <a:lvl1pPr>
              <a:defRPr sz="2000">
                <a:solidFill>
                  <a:srgbClr val="000000"/>
                </a:solidFill>
              </a:defRPr>
            </a:lvl1pPr>
          </a:lstStyle>
          <a:p>
            <a:pPr/>
            <a:r>
              <a:t>Title Text</a:t>
            </a:r>
          </a:p>
        </p:txBody>
      </p:sp>
      <p:sp>
        <p:nvSpPr>
          <p:cNvPr id="472" name="Shape 472"/>
          <p:cNvSpPr/>
          <p:nvPr>
            <p:ph type="pic" sz="half" idx="13"/>
          </p:nvPr>
        </p:nvSpPr>
        <p:spPr>
          <a:xfrm>
            <a:off x="1792288" y="612775"/>
            <a:ext cx="5486401" cy="4114800"/>
          </a:xfrm>
          <a:prstGeom prst="rect">
            <a:avLst/>
          </a:prstGeom>
        </p:spPr>
        <p:txBody>
          <a:bodyPr lIns="91439" rIns="91439">
            <a:noAutofit/>
          </a:bodyPr>
          <a:lstStyle/>
          <a:p>
            <a:pPr/>
          </a:p>
        </p:txBody>
      </p:sp>
      <p:sp>
        <p:nvSpPr>
          <p:cNvPr id="473" name="Shape 473"/>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474" name="Shape 474"/>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type="tx" showMasterSp="0" showMasterPhAnim="1">
  <p:cSld name="Title and Vertical Text">
    <p:spTree>
      <p:nvGrpSpPr>
        <p:cNvPr id="1" name=""/>
        <p:cNvGrpSpPr/>
        <p:nvPr/>
      </p:nvGrpSpPr>
      <p:grpSpPr>
        <a:xfrm>
          <a:off x="0" y="0"/>
          <a:ext cx="0" cy="0"/>
          <a:chOff x="0" y="0"/>
          <a:chExt cx="0" cy="0"/>
        </a:xfrm>
      </p:grpSpPr>
      <p:sp>
        <p:nvSpPr>
          <p:cNvPr id="481" name="Shape 481"/>
          <p:cNvSpPr/>
          <p:nvPr>
            <p:ph type="title"/>
          </p:nvPr>
        </p:nvSpPr>
        <p:spPr>
          <a:prstGeom prst="rect">
            <a:avLst/>
          </a:prstGeom>
        </p:spPr>
        <p:txBody>
          <a:bodyPr/>
          <a:lstStyle>
            <a:lvl1pPr algn="ctr">
              <a:defRPr b="0" sz="4400">
                <a:solidFill>
                  <a:srgbClr val="000000"/>
                </a:solidFill>
              </a:defRPr>
            </a:lvl1pPr>
          </a:lstStyle>
          <a:p>
            <a:pPr/>
            <a:r>
              <a:t>Title Text</a:t>
            </a:r>
          </a:p>
        </p:txBody>
      </p:sp>
      <p:sp>
        <p:nvSpPr>
          <p:cNvPr id="482" name="Shape 482"/>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83" name="Shape 483"/>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type="tx" showMasterSp="0" showMasterPhAnim="1">
  <p:cSld name="Vertical Title and Text">
    <p:spTree>
      <p:nvGrpSpPr>
        <p:cNvPr id="1" name=""/>
        <p:cNvGrpSpPr/>
        <p:nvPr/>
      </p:nvGrpSpPr>
      <p:grpSpPr>
        <a:xfrm>
          <a:off x="0" y="0"/>
          <a:ext cx="0" cy="0"/>
          <a:chOff x="0" y="0"/>
          <a:chExt cx="0" cy="0"/>
        </a:xfrm>
      </p:grpSpPr>
      <p:sp>
        <p:nvSpPr>
          <p:cNvPr id="490" name="Shape 490"/>
          <p:cNvSpPr/>
          <p:nvPr>
            <p:ph type="title"/>
          </p:nvPr>
        </p:nvSpPr>
        <p:spPr>
          <a:xfrm>
            <a:off x="6629400" y="274638"/>
            <a:ext cx="2057400" cy="5851526"/>
          </a:xfrm>
          <a:prstGeom prst="rect">
            <a:avLst/>
          </a:prstGeom>
        </p:spPr>
        <p:txBody>
          <a:bodyPr/>
          <a:lstStyle>
            <a:lvl1pPr algn="ctr">
              <a:defRPr b="0" sz="4400">
                <a:solidFill>
                  <a:srgbClr val="000000"/>
                </a:solidFill>
              </a:defRPr>
            </a:lvl1pPr>
          </a:lstStyle>
          <a:p>
            <a:pPr/>
            <a:r>
              <a:t>Title Text</a:t>
            </a:r>
          </a:p>
        </p:txBody>
      </p:sp>
      <p:sp>
        <p:nvSpPr>
          <p:cNvPr id="491" name="Shape 491"/>
          <p:cNvSpPr/>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2" name="Shape 492"/>
          <p:cNvSpPr/>
          <p:nvPr>
            <p:ph type="sldNum" sz="quarter" idx="2"/>
          </p:nvPr>
        </p:nvSpPr>
        <p:spPr>
          <a:xfrm>
            <a:off x="8422818" y="6404292"/>
            <a:ext cx="263983" cy="269241"/>
          </a:xfrm>
          <a:prstGeom prst="rect">
            <a:avLst/>
          </a:prstGeom>
        </p:spPr>
        <p:txBody>
          <a:bodyPr anchor="ctr"/>
          <a:lstStyle>
            <a:lvl1pPr algn="r">
              <a:defRPr sz="12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 Id="rId36" Type="http://schemas.openxmlformats.org/officeDocument/2006/relationships/slideLayout" Target="../slideLayouts/slideLayout34.xml"/><Relationship Id="rId37" Type="http://schemas.openxmlformats.org/officeDocument/2006/relationships/slideLayout" Target="../slideLayouts/slideLayout35.xml"/><Relationship Id="rId38" Type="http://schemas.openxmlformats.org/officeDocument/2006/relationships/slideLayout" Target="../slideLayouts/slideLayout36.xml"/><Relationship Id="rId39" Type="http://schemas.openxmlformats.org/officeDocument/2006/relationships/slideLayout" Target="../slideLayouts/slideLayout37.xml"/><Relationship Id="rId40" Type="http://schemas.openxmlformats.org/officeDocument/2006/relationships/slideLayout" Target="../slideLayouts/slideLayout38.xml"/><Relationship Id="rId41" Type="http://schemas.openxmlformats.org/officeDocument/2006/relationships/slideLayout" Target="../slideLayouts/slideLayout39.xml"/><Relationship Id="rId42" Type="http://schemas.openxmlformats.org/officeDocument/2006/relationships/slideLayout" Target="../slideLayouts/slideLayout40.xml"/><Relationship Id="rId43" Type="http://schemas.openxmlformats.org/officeDocument/2006/relationships/slideLayout" Target="../slideLayouts/slideLayout41.xml"/><Relationship Id="rId44" Type="http://schemas.openxmlformats.org/officeDocument/2006/relationships/slideLayout" Target="../slideLayouts/slideLayout42.xml"/><Relationship Id="rId45" Type="http://schemas.openxmlformats.org/officeDocument/2006/relationships/slideLayout" Target="../slideLayouts/slideLayout43.xml"/><Relationship Id="rId46" Type="http://schemas.openxmlformats.org/officeDocument/2006/relationships/slideLayout" Target="../slideLayouts/slideLayout44.xml"/><Relationship Id="rId47"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grpSp>
        <p:nvGrpSpPr>
          <p:cNvPr id="4" name="Group 4"/>
          <p:cNvGrpSpPr/>
          <p:nvPr/>
        </p:nvGrpSpPr>
        <p:grpSpPr>
          <a:xfrm>
            <a:off x="-1" y="0"/>
            <a:ext cx="9144001" cy="304800"/>
            <a:chOff x="0" y="0"/>
            <a:chExt cx="9144000" cy="304800"/>
          </a:xfrm>
        </p:grpSpPr>
        <p:sp>
          <p:nvSpPr>
            <p:cNvPr id="2" name="Shape 2"/>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 name="Shape 3"/>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7" name="Group 7"/>
          <p:cNvGrpSpPr/>
          <p:nvPr/>
        </p:nvGrpSpPr>
        <p:grpSpPr>
          <a:xfrm>
            <a:off x="-1" y="6553200"/>
            <a:ext cx="9144001" cy="304800"/>
            <a:chOff x="0" y="0"/>
            <a:chExt cx="9144000" cy="304800"/>
          </a:xfrm>
        </p:grpSpPr>
        <p:sp>
          <p:nvSpPr>
            <p:cNvPr id="5" name="Shape 5"/>
            <p:cNvSpPr/>
            <p:nvPr/>
          </p:nvSpPr>
          <p:spPr>
            <a:xfrm>
              <a:off x="4572000" y="0"/>
              <a:ext cx="4572000" cy="304800"/>
            </a:xfrm>
            <a:prstGeom prst="rect">
              <a:avLst/>
            </a:prstGeom>
            <a:solidFill>
              <a:srgbClr val="C0000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6" name="Shape 6"/>
            <p:cNvSpPr/>
            <p:nvPr/>
          </p:nvSpPr>
          <p:spPr>
            <a:xfrm>
              <a:off x="-1" y="0"/>
              <a:ext cx="4572001" cy="304800"/>
            </a:xfrm>
            <a:prstGeom prst="rect">
              <a:avLst/>
            </a:prstGeom>
            <a:solidFill>
              <a:srgbClr val="A6A6A6"/>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8" name="image1.png" descr="Displaying logo-unit.png"/>
          <p:cNvPicPr>
            <a:picLocks noChangeAspect="1"/>
          </p:cNvPicPr>
          <p:nvPr/>
        </p:nvPicPr>
        <p:blipFill>
          <a:blip r:embed="rId2">
            <a:extLst/>
          </a:blip>
          <a:stretch>
            <a:fillRect/>
          </a:stretch>
        </p:blipFill>
        <p:spPr>
          <a:xfrm>
            <a:off x="0" y="5638800"/>
            <a:ext cx="9144000" cy="914400"/>
          </a:xfrm>
          <a:prstGeom prst="rect">
            <a:avLst/>
          </a:prstGeom>
          <a:ln w="12700">
            <a:miter lim="400000"/>
          </a:ln>
        </p:spPr>
      </p:pic>
      <p:sp>
        <p:nvSpPr>
          <p:cNvPr id="9" name="Shape 9"/>
          <p:cNvSpPr/>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10" name="Shape 10"/>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1" name="Shape 11"/>
          <p:cNvSpPr/>
          <p:nvPr/>
        </p:nvSpPr>
        <p:spPr>
          <a:xfrm>
            <a:off x="4800600" y="6593422"/>
            <a:ext cx="4405087" cy="231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000">
                <a:solidFill>
                  <a:srgbClr val="FFFFFF"/>
                </a:solidFill>
              </a:defRPr>
            </a:lvl1pPr>
          </a:lstStyle>
          <a:p>
            <a:pPr/>
            <a:r>
              <a:t>Copyright © Indian Institute of Management Bangalore. All Rights Reserved.</a:t>
            </a:r>
          </a:p>
        </p:txBody>
      </p:sp>
      <p:sp>
        <p:nvSpPr>
          <p:cNvPr id="12" name="Shape 12"/>
          <p:cNvSpPr/>
          <p:nvPr>
            <p:ph type="sldNum" sz="quarter" idx="2"/>
          </p:nvPr>
        </p:nvSpPr>
        <p:spPr>
          <a:xfrm>
            <a:off x="6553200" y="6356350"/>
            <a:ext cx="343903" cy="358140"/>
          </a:xfrm>
          <a:prstGeom prst="rect">
            <a:avLst/>
          </a:prstGeom>
          <a:ln w="12700">
            <a:miter lim="400000"/>
          </a:ln>
        </p:spPr>
        <p:txBody>
          <a:bodyPr wrap="none" lIns="45719" rIns="45719">
            <a:spAutoFit/>
          </a:body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ln>
            <a:noFill/>
          </a:ln>
          <a:solidFill>
            <a:srgbClr val="B11117"/>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ln>
            <a:noFill/>
          </a:ln>
          <a:solidFill>
            <a:srgbClr val="000000"/>
          </a:solidFill>
          <a:uFillTx/>
          <a:latin typeface="+mn-lt"/>
          <a:ea typeface="+mn-ea"/>
          <a:cs typeface="+mn-cs"/>
          <a:sym typeface="Calibri"/>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Calibri"/>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1" name="Shape 501"/>
          <p:cNvSpPr/>
          <p:nvPr>
            <p:ph type="title"/>
          </p:nvPr>
        </p:nvSpPr>
        <p:spPr>
          <a:xfrm>
            <a:off x="304799" y="1371600"/>
            <a:ext cx="8355956" cy="1362075"/>
          </a:xfrm>
          <a:prstGeom prst="rect">
            <a:avLst/>
          </a:prstGeom>
        </p:spPr>
        <p:txBody>
          <a:bodyPr anchor="t"/>
          <a:lstStyle/>
          <a:p>
            <a:pPr algn="ctr" defTabSz="704087">
              <a:defRPr sz="2156"/>
            </a:pPr>
            <a:r>
              <a:t>DST &amp; Texas Instruments India Innovation Challenge Design Contest 2017 </a:t>
            </a:r>
            <a:br/>
            <a:r>
              <a:t>Anchored by IIM Bangalore </a:t>
            </a:r>
            <a:br/>
          </a:p>
        </p:txBody>
      </p:sp>
      <p:sp>
        <p:nvSpPr>
          <p:cNvPr id="502" name="Shape 502"/>
          <p:cNvSpPr/>
          <p:nvPr>
            <p:ph type="body" sz="quarter" idx="1"/>
          </p:nvPr>
        </p:nvSpPr>
        <p:spPr>
          <a:xfrm>
            <a:off x="769354" y="4191000"/>
            <a:ext cx="7772401" cy="609600"/>
          </a:xfrm>
          <a:prstGeom prst="rect">
            <a:avLst/>
          </a:prstGeom>
        </p:spPr>
        <p:txBody>
          <a:bodyPr/>
          <a:lstStyle>
            <a:lvl1pPr algn="ctr">
              <a:spcBef>
                <a:spcPts val="700"/>
              </a:spcBef>
              <a:defRPr b="1" sz="3200">
                <a:solidFill>
                  <a:srgbClr val="000000"/>
                </a:solidFill>
              </a:defRPr>
            </a:lvl1pPr>
          </a:lstStyle>
          <a:p>
            <a:pPr/>
            <a:r>
              <a:t>Business Category  </a:t>
            </a:r>
          </a:p>
        </p:txBody>
      </p:sp>
      <p:sp>
        <p:nvSpPr>
          <p:cNvPr id="503" name="Shape 503"/>
          <p:cNvSpPr/>
          <p:nvPr/>
        </p:nvSpPr>
        <p:spPr>
          <a:xfrm>
            <a:off x="3048000" y="3275162"/>
            <a:ext cx="3512106" cy="561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3200">
                <a:solidFill>
                  <a:srgbClr val="0070C0"/>
                </a:solidFill>
              </a:defRPr>
            </a:lvl1pPr>
          </a:lstStyle>
          <a:p>
            <a:pPr/>
            <a:r>
              <a:t>Semi Final Round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5" name="Shape 505"/>
          <p:cNvSpPr/>
          <p:nvPr>
            <p:ph type="title"/>
          </p:nvPr>
        </p:nvSpPr>
        <p:spPr>
          <a:xfrm>
            <a:off x="289421" y="1110108"/>
            <a:ext cx="8767465" cy="3723384"/>
          </a:xfrm>
          <a:prstGeom prst="rect">
            <a:avLst/>
          </a:prstGeom>
        </p:spPr>
        <p:txBody>
          <a:bodyPr/>
          <a:lstStyle/>
          <a:p>
            <a:pPr defTabSz="685800">
              <a:defRPr sz="2700"/>
            </a:pPr>
            <a:r>
              <a:t>Team ID   129858          </a:t>
            </a:r>
            <a:br/>
            <a:r>
              <a:t>Project Title: FOOD QUALITY TESTER </a:t>
            </a:r>
            <a:br/>
            <a:r>
              <a:t>College Name:Dr. Shyama Prasad Mukherjee International</a:t>
            </a:r>
          </a:p>
          <a:p>
            <a:pPr defTabSz="685800">
              <a:defRPr sz="2700"/>
            </a:pPr>
            <a:r>
              <a:t>Institute of Information TechnologyTEAM MEMBERS: KHUSHBOO PRIYA (TEAM LEADER), SAKSHITA JAYASWAL, RUCHI DHAMNANi, purvi agrawal, </a:t>
            </a:r>
          </a:p>
          <a:p>
            <a:pPr defTabSz="685800">
              <a:defRPr sz="2700"/>
            </a:pPr>
            <a:r>
              <a:t>faculty Mentor: Dr. RAmesh vaddi</a:t>
            </a:r>
          </a:p>
        </p:txBody>
      </p:sp>
    </p:spTree>
  </p:cSld>
  <p:clrMapOvr>
    <a:masterClrMapping/>
  </p:clrMapOvr>
  <p:transition xmlns:p14="http://schemas.microsoft.com/office/powerpoint/2010/main" spd="med" advClick="1" p14:dur="1000"/>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7" name="Shape 507"/>
          <p:cNvSpPr/>
          <p:nvPr>
            <p:ph type="title"/>
          </p:nvPr>
        </p:nvSpPr>
        <p:spPr>
          <a:xfrm>
            <a:off x="-32982" y="304800"/>
            <a:ext cx="9176982" cy="762001"/>
          </a:xfrm>
          <a:prstGeom prst="rect">
            <a:avLst/>
          </a:prstGeom>
        </p:spPr>
        <p:txBody>
          <a:bodyPr anchor="t"/>
          <a:lstStyle>
            <a:lvl1pPr algn="ctr">
              <a:defRPr sz="3200"/>
            </a:lvl1pPr>
          </a:lstStyle>
          <a:p>
            <a:pPr/>
            <a:r>
              <a:t>Introduction </a:t>
            </a:r>
          </a:p>
        </p:txBody>
      </p:sp>
      <p:sp>
        <p:nvSpPr>
          <p:cNvPr id="508" name="Shape 508"/>
          <p:cNvSpPr/>
          <p:nvPr/>
        </p:nvSpPr>
        <p:spPr>
          <a:xfrm>
            <a:off x="8307416" y="2828708"/>
            <a:ext cx="194301" cy="3"/>
          </a:xfrm>
          <a:prstGeom prst="line">
            <a:avLst/>
          </a:prstGeom>
          <a:ln>
            <a:solidFill>
              <a:srgbClr val="D9D9D9"/>
            </a:solidFill>
            <a:prstDash val="sysDot"/>
          </a:ln>
        </p:spPr>
        <p:txBody>
          <a:bodyPr lIns="45719" rIns="45719"/>
          <a:lstStyle/>
          <a:p>
            <a:pPr/>
          </a:p>
        </p:txBody>
      </p:sp>
      <p:sp>
        <p:nvSpPr>
          <p:cNvPr id="509" name="Shape 509"/>
          <p:cNvSpPr/>
          <p:nvPr/>
        </p:nvSpPr>
        <p:spPr>
          <a:xfrm>
            <a:off x="8459816" y="4128896"/>
            <a:ext cx="194301" cy="2"/>
          </a:xfrm>
          <a:prstGeom prst="line">
            <a:avLst/>
          </a:prstGeom>
          <a:ln>
            <a:solidFill>
              <a:srgbClr val="D9D9D9"/>
            </a:solidFill>
            <a:prstDash val="sysDot"/>
          </a:ln>
        </p:spPr>
        <p:txBody>
          <a:bodyPr lIns="45719" rIns="45719"/>
          <a:lstStyle/>
          <a:p>
            <a:pPr/>
          </a:p>
        </p:txBody>
      </p:sp>
      <p:sp>
        <p:nvSpPr>
          <p:cNvPr id="510" name="Shape 510"/>
          <p:cNvSpPr/>
          <p:nvPr/>
        </p:nvSpPr>
        <p:spPr>
          <a:xfrm flipV="1">
            <a:off x="8267585" y="4114799"/>
            <a:ext cx="192233" cy="178798"/>
          </a:xfrm>
          <a:prstGeom prst="line">
            <a:avLst/>
          </a:prstGeom>
          <a:ln>
            <a:solidFill>
              <a:srgbClr val="D9D9D9"/>
            </a:solidFill>
            <a:prstDash val="sysDot"/>
          </a:ln>
        </p:spPr>
        <p:txBody>
          <a:bodyPr lIns="45719" rIns="45719"/>
          <a:lstStyle/>
          <a:p>
            <a:pPr/>
          </a:p>
        </p:txBody>
      </p:sp>
      <p:sp>
        <p:nvSpPr>
          <p:cNvPr id="511" name="Shape 511"/>
          <p:cNvSpPr/>
          <p:nvPr/>
        </p:nvSpPr>
        <p:spPr>
          <a:xfrm>
            <a:off x="172384" y="1003300"/>
            <a:ext cx="8120716" cy="6756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r>
              <a:t>Give a brief PITCH about your Product</a:t>
            </a:r>
          </a:p>
          <a:p>
            <a:pPr>
              <a:defRPr i="1" sz="2000">
                <a:solidFill>
                  <a:srgbClr val="558ED5"/>
                </a:solidFill>
              </a:defRPr>
            </a:pPr>
            <a:r>
              <a:t>(Include the  Photograph of your product)</a:t>
            </a:r>
          </a:p>
        </p:txBody>
      </p:sp>
      <p:sp>
        <p:nvSpPr>
          <p:cNvPr id="512" name="Shape 512"/>
          <p:cNvSpPr/>
          <p:nvPr>
            <p:ph type="body" idx="1"/>
          </p:nvPr>
        </p:nvSpPr>
        <p:spPr>
          <a:xfrm>
            <a:off x="392112" y="1684379"/>
            <a:ext cx="8468660" cy="4138679"/>
          </a:xfrm>
          <a:prstGeom prst="rect">
            <a:avLst/>
          </a:prstGeom>
        </p:spPr>
        <p:txBody>
          <a:bodyPr/>
          <a:lstStyle/>
          <a:p>
            <a:pPr defTabSz="457200">
              <a:spcBef>
                <a:spcPts val="0"/>
              </a:spcBef>
              <a:defRPr sz="1600">
                <a:solidFill>
                  <a:srgbClr val="000000"/>
                </a:solidFill>
                <a:uFill>
                  <a:solidFill>
                    <a:srgbClr val="000000"/>
                  </a:solidFill>
                </a:uFill>
              </a:defRPr>
            </a:pPr>
            <a:r>
              <a:rPr>
                <a:latin typeface="Times New Roman"/>
                <a:ea typeface="Times New Roman"/>
                <a:cs typeface="Times New Roman"/>
                <a:sym typeface="Times New Roman"/>
              </a:rPr>
              <a:t>The project that we are proposing namely FQT (food quality tester) is a portable device meant for checking the amount of harmful chemicals such as pesticides and insecticides present in food items such as Vegetables and fruits. It may also detect the quantity of harmful chemicals inside the food items. The idea is mainly to provide such a portable and low cost device to every house holder which they can carry with them while buying fruits and vegetables. So that they are aware of what they are buying and consuming. Detection of Harmful Chemicals in raw food items like vegetables and Fruits before purchasing/eating will significantly enhance the life quality of citizens, economy of India and save future generations. It aims at curbing the increasing rate of food contamination (vegetables and fruits as initially targeted and will plan later for extending the design to other food items) with harmful chemicals such as diphenylammine, calcium carbide pesticides, etc, and these artificially produced fruits and vegetables with low nutrient content and high content of disease (cancer, genetic and neurological disorders particularly in kids, etc, ) causing chemicals. Many researches show that the major cause of carcinogens in today’s world is the contaminated food.This startup and idea can further can drive the economy and create employment opportunities and imparting required skilled education, etc.</a:t>
            </a:r>
            <a:endParaRPr>
              <a:latin typeface="Times New Roman"/>
              <a:ea typeface="Times New Roman"/>
              <a:cs typeface="Times New Roman"/>
              <a:sym typeface="Times New Roman"/>
            </a:endParaRPr>
          </a:p>
          <a:p>
            <a:pPr algn="just" defTabSz="457200">
              <a:lnSpc>
                <a:spcPts val="1000"/>
              </a:lnSpc>
              <a:spcBef>
                <a:spcPts val="0"/>
              </a:spcBef>
              <a:defRPr sz="1600">
                <a:solidFill>
                  <a:srgbClr val="000000"/>
                </a:solidFill>
                <a:uFill>
                  <a:solidFill>
                    <a:srgbClr val="000000"/>
                  </a:solidFill>
                </a:uFill>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14:dur="1000"/>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14" name="Shape 514"/>
          <p:cNvSpPr/>
          <p:nvPr>
            <p:ph type="title"/>
          </p:nvPr>
        </p:nvSpPr>
        <p:spPr>
          <a:xfrm>
            <a:off x="-32982" y="304800"/>
            <a:ext cx="9176982" cy="762001"/>
          </a:xfrm>
          <a:prstGeom prst="rect">
            <a:avLst/>
          </a:prstGeom>
        </p:spPr>
        <p:txBody>
          <a:bodyPr anchor="t"/>
          <a:lstStyle>
            <a:lvl1pPr algn="ctr">
              <a:defRPr sz="3200"/>
            </a:lvl1pPr>
          </a:lstStyle>
          <a:p>
            <a:pPr/>
            <a:r>
              <a:t>CUSTOMER VALIDATION </a:t>
            </a:r>
          </a:p>
        </p:txBody>
      </p:sp>
      <p:sp>
        <p:nvSpPr>
          <p:cNvPr id="515" name="Shape 515"/>
          <p:cNvSpPr/>
          <p:nvPr/>
        </p:nvSpPr>
        <p:spPr>
          <a:xfrm>
            <a:off x="8307416" y="2828708"/>
            <a:ext cx="194301" cy="3"/>
          </a:xfrm>
          <a:prstGeom prst="line">
            <a:avLst/>
          </a:prstGeom>
          <a:ln>
            <a:solidFill>
              <a:srgbClr val="D9D9D9"/>
            </a:solidFill>
            <a:prstDash val="sysDot"/>
          </a:ln>
        </p:spPr>
        <p:txBody>
          <a:bodyPr lIns="45719" rIns="45719"/>
          <a:lstStyle/>
          <a:p>
            <a:pPr/>
          </a:p>
        </p:txBody>
      </p:sp>
      <p:sp>
        <p:nvSpPr>
          <p:cNvPr id="516" name="Shape 516"/>
          <p:cNvSpPr/>
          <p:nvPr/>
        </p:nvSpPr>
        <p:spPr>
          <a:xfrm>
            <a:off x="8459816" y="4128896"/>
            <a:ext cx="194301" cy="2"/>
          </a:xfrm>
          <a:prstGeom prst="line">
            <a:avLst/>
          </a:prstGeom>
          <a:ln>
            <a:solidFill>
              <a:srgbClr val="D9D9D9"/>
            </a:solidFill>
            <a:prstDash val="sysDot"/>
          </a:ln>
        </p:spPr>
        <p:txBody>
          <a:bodyPr lIns="45719" rIns="45719"/>
          <a:lstStyle/>
          <a:p>
            <a:pPr/>
          </a:p>
        </p:txBody>
      </p:sp>
      <p:sp>
        <p:nvSpPr>
          <p:cNvPr id="517" name="Shape 517"/>
          <p:cNvSpPr/>
          <p:nvPr/>
        </p:nvSpPr>
        <p:spPr>
          <a:xfrm flipV="1">
            <a:off x="8267585" y="4114799"/>
            <a:ext cx="192233" cy="178798"/>
          </a:xfrm>
          <a:prstGeom prst="line">
            <a:avLst/>
          </a:prstGeom>
          <a:ln>
            <a:solidFill>
              <a:srgbClr val="D9D9D9"/>
            </a:solidFill>
            <a:prstDash val="sysDot"/>
          </a:ln>
        </p:spPr>
        <p:txBody>
          <a:bodyPr lIns="45719" rIns="45719"/>
          <a:lstStyle/>
          <a:p>
            <a:pPr/>
          </a:p>
        </p:txBody>
      </p:sp>
      <p:sp>
        <p:nvSpPr>
          <p:cNvPr id="518" name="Shape 518"/>
          <p:cNvSpPr/>
          <p:nvPr/>
        </p:nvSpPr>
        <p:spPr>
          <a:xfrm>
            <a:off x="381001" y="965199"/>
            <a:ext cx="8120716" cy="4892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Wingdings"/>
              <a:buChar char="❑"/>
            </a:pPr>
            <a:r>
              <a:t>Minimal Viable Product </a:t>
            </a:r>
          </a:p>
          <a:p>
            <a:pPr/>
            <a:r>
              <a:t>Initially our product will have 2-3 chemical sensors for calcium carbide and diphenyl amine, when we will get satisfactory reviews we will include some more chemical sensor embedded in it.</a:t>
            </a:r>
            <a:r>
              <a:t>At later stages, a complete ASIC/ SOC can be planned for very low cost and high volume production with any partner/funding agency for embedding these sensors within a smart phone. </a:t>
            </a:r>
          </a:p>
          <a:p>
            <a:pPr/>
          </a:p>
          <a:p>
            <a:pPr marL="342900" indent="-342900">
              <a:buSzPct val="100000"/>
              <a:buFont typeface="Wingdings"/>
              <a:buChar char="❑"/>
            </a:pPr>
            <a:r>
              <a:t>User experience analysis                                                                                        The product is unique in its kind since there is no such product in the market to the best of our knowledge and survey which can actually tell the quality of food that a person is buying and eating.</a:t>
            </a:r>
          </a:p>
          <a:p>
            <a:pPr/>
          </a:p>
          <a:p>
            <a:pPr marL="342900" indent="-342900">
              <a:buSzPct val="100000"/>
              <a:buFont typeface="Wingdings"/>
              <a:buChar char="❑"/>
            </a:pPr>
            <a:r>
              <a:t>Product Validation from Customer &amp; User </a:t>
            </a:r>
          </a:p>
          <a:p>
            <a:pPr/>
            <a:r>
              <a:t>    As our product is not fully prepared we were not able to get the                       exact reviews but when we have told them the idea they found it       </a:t>
            </a:r>
          </a:p>
          <a:p>
            <a:pPr/>
            <a:r>
              <a:t>very interesting and they said that this product is the need of the hour with increasing pesticides health is affecting severely.</a:t>
            </a:r>
          </a:p>
        </p:txBody>
      </p:sp>
    </p:spTree>
  </p:cSld>
  <p:clrMapOvr>
    <a:masterClrMapping/>
  </p:clrMapOvr>
  <p:transition xmlns:p14="http://schemas.microsoft.com/office/powerpoint/2010/main" spd="med" advClick="1" p14:dur="1000"/>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22" name="Shape 522"/>
          <p:cNvSpPr/>
          <p:nvPr>
            <p:ph type="title"/>
          </p:nvPr>
        </p:nvSpPr>
        <p:spPr>
          <a:xfrm>
            <a:off x="-32982" y="304800"/>
            <a:ext cx="9176982" cy="762001"/>
          </a:xfrm>
          <a:prstGeom prst="rect">
            <a:avLst/>
          </a:prstGeom>
        </p:spPr>
        <p:txBody>
          <a:bodyPr anchor="t"/>
          <a:lstStyle>
            <a:lvl1pPr algn="ctr">
              <a:defRPr sz="3200"/>
            </a:lvl1pPr>
          </a:lstStyle>
          <a:p>
            <a:pPr/>
            <a:r>
              <a:t>business interdependence </a:t>
            </a:r>
          </a:p>
        </p:txBody>
      </p:sp>
      <p:sp>
        <p:nvSpPr>
          <p:cNvPr id="523" name="Shape 523"/>
          <p:cNvSpPr/>
          <p:nvPr/>
        </p:nvSpPr>
        <p:spPr>
          <a:xfrm>
            <a:off x="8307416" y="2828708"/>
            <a:ext cx="194301" cy="3"/>
          </a:xfrm>
          <a:prstGeom prst="line">
            <a:avLst/>
          </a:prstGeom>
          <a:ln>
            <a:solidFill>
              <a:srgbClr val="D9D9D9"/>
            </a:solidFill>
            <a:prstDash val="sysDot"/>
          </a:ln>
        </p:spPr>
        <p:txBody>
          <a:bodyPr lIns="45719" rIns="45719"/>
          <a:lstStyle/>
          <a:p>
            <a:pPr/>
          </a:p>
        </p:txBody>
      </p:sp>
      <p:sp>
        <p:nvSpPr>
          <p:cNvPr id="524" name="Shape 524"/>
          <p:cNvSpPr/>
          <p:nvPr/>
        </p:nvSpPr>
        <p:spPr>
          <a:xfrm>
            <a:off x="8459816" y="4128896"/>
            <a:ext cx="194301" cy="2"/>
          </a:xfrm>
          <a:prstGeom prst="line">
            <a:avLst/>
          </a:prstGeom>
          <a:ln>
            <a:solidFill>
              <a:srgbClr val="D9D9D9"/>
            </a:solidFill>
            <a:prstDash val="sysDot"/>
          </a:ln>
        </p:spPr>
        <p:txBody>
          <a:bodyPr lIns="45719" rIns="45719"/>
          <a:lstStyle/>
          <a:p>
            <a:pPr/>
          </a:p>
        </p:txBody>
      </p:sp>
      <p:sp>
        <p:nvSpPr>
          <p:cNvPr id="525" name="Shape 525"/>
          <p:cNvSpPr/>
          <p:nvPr/>
        </p:nvSpPr>
        <p:spPr>
          <a:xfrm flipV="1">
            <a:off x="8267585" y="4114799"/>
            <a:ext cx="192233" cy="178798"/>
          </a:xfrm>
          <a:prstGeom prst="line">
            <a:avLst/>
          </a:prstGeom>
          <a:ln>
            <a:solidFill>
              <a:srgbClr val="D9D9D9"/>
            </a:solidFill>
            <a:prstDash val="sysDot"/>
          </a:ln>
        </p:spPr>
        <p:txBody>
          <a:bodyPr lIns="45719" rIns="45719"/>
          <a:lstStyle/>
          <a:p>
            <a:pPr/>
          </a:p>
        </p:txBody>
      </p:sp>
      <p:sp>
        <p:nvSpPr>
          <p:cNvPr id="526" name="Shape 526"/>
          <p:cNvSpPr/>
          <p:nvPr/>
        </p:nvSpPr>
        <p:spPr>
          <a:xfrm>
            <a:off x="330201" y="1267775"/>
            <a:ext cx="8120716" cy="41700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latin typeface="Times New Roman"/>
                <a:ea typeface="Times New Roman"/>
                <a:cs typeface="Times New Roman"/>
                <a:sym typeface="Times New Roman"/>
              </a:defRPr>
            </a:pPr>
          </a:p>
          <a:p>
            <a:pPr marL="342900" indent="-342900">
              <a:buSzPct val="100000"/>
              <a:buFont typeface="Wingdings"/>
              <a:buChar char="❑"/>
              <a:defRPr sz="2000">
                <a:latin typeface="Times New Roman"/>
                <a:ea typeface="Times New Roman"/>
                <a:cs typeface="Times New Roman"/>
                <a:sym typeface="Times New Roman"/>
              </a:defRPr>
            </a:pPr>
            <a:r>
              <a:t> Teams to give a detailed distribution channel structure between them and the end user</a:t>
            </a:r>
          </a:p>
          <a:p>
            <a:pPr>
              <a:defRPr sz="2000">
                <a:latin typeface="Times New Roman"/>
                <a:ea typeface="Times New Roman"/>
                <a:cs typeface="Times New Roman"/>
                <a:sym typeface="Times New Roman"/>
              </a:defRPr>
            </a:pPr>
          </a:p>
          <a:p>
            <a:pPr>
              <a:defRPr sz="2000">
                <a:latin typeface="Times New Roman"/>
                <a:ea typeface="Times New Roman"/>
                <a:cs typeface="Times New Roman"/>
                <a:sym typeface="Times New Roman"/>
              </a:defRPr>
            </a:pPr>
            <a:r>
              <a:t>The delivery of the product will be mainly through digital marketing through online orders. In this advertisements have to play a major role which will have to contain a direct link to its final purchase. And later we can also give it to selected distributors. </a:t>
            </a:r>
          </a:p>
          <a:p>
            <a:pPr>
              <a:defRPr sz="2000">
                <a:latin typeface="Times New Roman"/>
                <a:ea typeface="Times New Roman"/>
                <a:cs typeface="Times New Roman"/>
                <a:sym typeface="Times New Roman"/>
              </a:defRPr>
            </a:pPr>
          </a:p>
          <a:p>
            <a:pPr>
              <a:defRPr sz="2000">
                <a:latin typeface="Times New Roman"/>
                <a:ea typeface="Times New Roman"/>
                <a:cs typeface="Times New Roman"/>
                <a:sym typeface="Times New Roman"/>
              </a:defRPr>
            </a:pPr>
            <a:r>
              <a:t>There will be campaigns demonstrating the importance of this product from health perspective. </a:t>
            </a:r>
            <a:r>
              <a:rPr>
                <a:uFill>
                  <a:solidFill>
                    <a:srgbClr val="FF0000"/>
                  </a:solidFill>
                </a:uFill>
              </a:rPr>
              <a:t>We have tried to do initially, but expect better support from DST, TI and IIM for taking this to later stage if finds interesting. This is still in preliminary stage and needs more time.</a:t>
            </a:r>
            <a:endParaRPr>
              <a:uFill>
                <a:solidFill>
                  <a:srgbClr val="FF0000"/>
                </a:solidFill>
              </a:uFill>
            </a:endParaRPr>
          </a:p>
        </p:txBody>
      </p:sp>
    </p:spTree>
  </p:cSld>
  <p:clrMapOvr>
    <a:masterClrMapping/>
  </p:clrMapOvr>
  <p:transition xmlns:p14="http://schemas.microsoft.com/office/powerpoint/2010/main" spd="med" advClick="1" p14:dur="1000"/>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0" name="Shape 530"/>
          <p:cNvSpPr/>
          <p:nvPr>
            <p:ph type="title"/>
          </p:nvPr>
        </p:nvSpPr>
        <p:spPr>
          <a:xfrm>
            <a:off x="-32982" y="304800"/>
            <a:ext cx="9176982" cy="762001"/>
          </a:xfrm>
          <a:prstGeom prst="rect">
            <a:avLst/>
          </a:prstGeom>
        </p:spPr>
        <p:txBody>
          <a:bodyPr anchor="t"/>
          <a:lstStyle>
            <a:lvl1pPr algn="ctr">
              <a:defRPr sz="3200"/>
            </a:lvl1pPr>
          </a:lstStyle>
          <a:p>
            <a:pPr/>
            <a:r>
              <a:t>Price validation </a:t>
            </a:r>
          </a:p>
        </p:txBody>
      </p:sp>
      <p:sp>
        <p:nvSpPr>
          <p:cNvPr id="531" name="Shape 531"/>
          <p:cNvSpPr/>
          <p:nvPr/>
        </p:nvSpPr>
        <p:spPr>
          <a:xfrm>
            <a:off x="8307416" y="2828708"/>
            <a:ext cx="194301" cy="3"/>
          </a:xfrm>
          <a:prstGeom prst="line">
            <a:avLst/>
          </a:prstGeom>
          <a:ln>
            <a:solidFill>
              <a:srgbClr val="D9D9D9"/>
            </a:solidFill>
            <a:prstDash val="sysDot"/>
          </a:ln>
        </p:spPr>
        <p:txBody>
          <a:bodyPr lIns="45719" rIns="45719"/>
          <a:lstStyle/>
          <a:p>
            <a:pPr/>
          </a:p>
        </p:txBody>
      </p:sp>
      <p:sp>
        <p:nvSpPr>
          <p:cNvPr id="532" name="Shape 532"/>
          <p:cNvSpPr/>
          <p:nvPr/>
        </p:nvSpPr>
        <p:spPr>
          <a:xfrm>
            <a:off x="8459816" y="4128896"/>
            <a:ext cx="194301" cy="2"/>
          </a:xfrm>
          <a:prstGeom prst="line">
            <a:avLst/>
          </a:prstGeom>
          <a:ln>
            <a:solidFill>
              <a:srgbClr val="D9D9D9"/>
            </a:solidFill>
            <a:prstDash val="sysDot"/>
          </a:ln>
        </p:spPr>
        <p:txBody>
          <a:bodyPr lIns="45719" rIns="45719"/>
          <a:lstStyle/>
          <a:p>
            <a:pPr/>
          </a:p>
        </p:txBody>
      </p:sp>
      <p:sp>
        <p:nvSpPr>
          <p:cNvPr id="533" name="Shape 533"/>
          <p:cNvSpPr/>
          <p:nvPr/>
        </p:nvSpPr>
        <p:spPr>
          <a:xfrm flipV="1">
            <a:off x="8267585" y="4114799"/>
            <a:ext cx="192233" cy="178798"/>
          </a:xfrm>
          <a:prstGeom prst="line">
            <a:avLst/>
          </a:prstGeom>
          <a:ln>
            <a:solidFill>
              <a:srgbClr val="D9D9D9"/>
            </a:solidFill>
            <a:prstDash val="sysDot"/>
          </a:ln>
        </p:spPr>
        <p:txBody>
          <a:bodyPr lIns="45719" rIns="45719"/>
          <a:lstStyle/>
          <a:p>
            <a:pPr/>
          </a:p>
        </p:txBody>
      </p:sp>
      <p:sp>
        <p:nvSpPr>
          <p:cNvPr id="534" name="Shape 534"/>
          <p:cNvSpPr/>
          <p:nvPr/>
        </p:nvSpPr>
        <p:spPr>
          <a:xfrm>
            <a:off x="495151" y="1408430"/>
            <a:ext cx="8120716" cy="3888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p>
          <a:p>
            <a:pPr marL="342900" indent="-342900">
              <a:buSzPct val="100000"/>
              <a:buFont typeface="Wingdings"/>
              <a:buChar char="❑"/>
              <a:defRPr sz="2000"/>
            </a:pPr>
            <a:r>
              <a:t>Pricing Feedback</a:t>
            </a:r>
          </a:p>
          <a:p>
            <a:pPr>
              <a:defRPr sz="2000"/>
            </a:pPr>
            <a:r>
              <a:t>The price which we are thinking is around 9000 INR. As it will have many inbuilt sensors. When we told about this price we got satisfactory reviews. As water purifier and air purifier all cost around the same which every household is using.  </a:t>
            </a:r>
          </a:p>
          <a:p>
            <a:pPr marL="342900" indent="-342900">
              <a:buSzPct val="100000"/>
              <a:buFont typeface="Wingdings"/>
              <a:buChar char="❑"/>
              <a:defRPr sz="2000"/>
            </a:pPr>
            <a:r>
              <a:t>Potential drivers of cost </a:t>
            </a:r>
          </a:p>
          <a:p>
            <a:pPr>
              <a:defRPr sz="2000"/>
            </a:pPr>
            <a:r>
              <a:t>Our product will contain lot of chemical sensors embedded in it.  </a:t>
            </a:r>
          </a:p>
          <a:p>
            <a:pPr marL="342900" indent="-342900">
              <a:buSzPct val="100000"/>
              <a:buFont typeface="Wingdings"/>
              <a:buChar char="❑"/>
              <a:defRPr sz="2000"/>
            </a:pPr>
            <a:r>
              <a:t>Monetization plan  </a:t>
            </a:r>
          </a:p>
          <a:p>
            <a:pPr>
              <a:defRPr sz="2000"/>
            </a:pPr>
            <a:r>
              <a:t>Once the product is enters into the market it would prove it’s worth and as it ensures that every section of society is benefitted by it’s usage.</a:t>
            </a:r>
          </a:p>
        </p:txBody>
      </p:sp>
    </p:spTree>
  </p:cSld>
  <p:clrMapOvr>
    <a:masterClrMapping/>
  </p:clrMapOvr>
  <p:transition xmlns:p14="http://schemas.microsoft.com/office/powerpoint/2010/main" spd="med" advClick="1" p14:dur="1000"/>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8" name="Shape 538"/>
          <p:cNvSpPr/>
          <p:nvPr>
            <p:ph type="title"/>
          </p:nvPr>
        </p:nvSpPr>
        <p:spPr>
          <a:xfrm>
            <a:off x="-32982" y="304800"/>
            <a:ext cx="9176982" cy="762001"/>
          </a:xfrm>
          <a:prstGeom prst="rect">
            <a:avLst/>
          </a:prstGeom>
        </p:spPr>
        <p:txBody>
          <a:bodyPr anchor="t"/>
          <a:lstStyle>
            <a:lvl1pPr algn="ctr">
              <a:defRPr sz="3200"/>
            </a:lvl1pPr>
          </a:lstStyle>
          <a:p>
            <a:pPr/>
            <a:r>
              <a:t>technology </a:t>
            </a:r>
          </a:p>
        </p:txBody>
      </p:sp>
      <p:sp>
        <p:nvSpPr>
          <p:cNvPr id="539" name="Shape 539"/>
          <p:cNvSpPr/>
          <p:nvPr/>
        </p:nvSpPr>
        <p:spPr>
          <a:xfrm>
            <a:off x="8307416" y="2828708"/>
            <a:ext cx="194301" cy="3"/>
          </a:xfrm>
          <a:prstGeom prst="line">
            <a:avLst/>
          </a:prstGeom>
          <a:ln>
            <a:solidFill>
              <a:srgbClr val="D9D9D9"/>
            </a:solidFill>
            <a:prstDash val="sysDot"/>
          </a:ln>
        </p:spPr>
        <p:txBody>
          <a:bodyPr lIns="45719" rIns="45719"/>
          <a:lstStyle/>
          <a:p>
            <a:pPr/>
          </a:p>
        </p:txBody>
      </p:sp>
      <p:sp>
        <p:nvSpPr>
          <p:cNvPr id="540" name="Shape 540"/>
          <p:cNvSpPr/>
          <p:nvPr/>
        </p:nvSpPr>
        <p:spPr>
          <a:xfrm>
            <a:off x="8459816" y="4128896"/>
            <a:ext cx="194301" cy="2"/>
          </a:xfrm>
          <a:prstGeom prst="line">
            <a:avLst/>
          </a:prstGeom>
          <a:ln>
            <a:solidFill>
              <a:srgbClr val="D9D9D9"/>
            </a:solidFill>
            <a:prstDash val="sysDot"/>
          </a:ln>
        </p:spPr>
        <p:txBody>
          <a:bodyPr lIns="45719" rIns="45719"/>
          <a:lstStyle/>
          <a:p>
            <a:pPr/>
          </a:p>
        </p:txBody>
      </p:sp>
      <p:sp>
        <p:nvSpPr>
          <p:cNvPr id="541" name="Shape 541"/>
          <p:cNvSpPr/>
          <p:nvPr/>
        </p:nvSpPr>
        <p:spPr>
          <a:xfrm flipV="1">
            <a:off x="8267585" y="4114799"/>
            <a:ext cx="192233" cy="178798"/>
          </a:xfrm>
          <a:prstGeom prst="line">
            <a:avLst/>
          </a:prstGeom>
          <a:ln>
            <a:solidFill>
              <a:srgbClr val="D9D9D9"/>
            </a:solidFill>
            <a:prstDash val="sysDot"/>
          </a:ln>
        </p:spPr>
        <p:txBody>
          <a:bodyPr lIns="45719" rIns="45719"/>
          <a:lstStyle/>
          <a:p>
            <a:pPr/>
          </a:p>
        </p:txBody>
      </p:sp>
      <p:sp>
        <p:nvSpPr>
          <p:cNvPr id="542" name="Shape 542"/>
          <p:cNvSpPr/>
          <p:nvPr/>
        </p:nvSpPr>
        <p:spPr>
          <a:xfrm>
            <a:off x="511642" y="1192530"/>
            <a:ext cx="8120716" cy="4472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Wingdings"/>
              <a:buChar char="❑"/>
              <a:defRPr sz="2000"/>
            </a:pPr>
            <a:r>
              <a:t>Field Test </a:t>
            </a:r>
          </a:p>
          <a:p>
            <a:pPr>
              <a:defRPr sz="2000"/>
            </a:pPr>
            <a:r>
              <a:t>The product is capable of giving quite assuring results and as it deals with problem faced by each individual it has wide acceptability among masses.</a:t>
            </a:r>
          </a:p>
          <a:p>
            <a:pPr>
              <a:defRPr sz="2000"/>
            </a:pPr>
            <a:r>
              <a:t>The Technology used can help customers and the technology can be improvised in the upcoming years.</a:t>
            </a:r>
          </a:p>
          <a:p>
            <a:pPr>
              <a:defRPr sz="2000"/>
            </a:pPr>
            <a:r>
              <a:t>The product is presently able to detect  limited chemicals but with modifications the range of chemicals and harmful pesticides detected can be widened.</a:t>
            </a:r>
          </a:p>
          <a:p>
            <a:pPr>
              <a:defRPr sz="2000"/>
            </a:pPr>
            <a:r>
              <a:t>As the competition faced by product is too low in Indian market it acceptance rate is significantly high.</a:t>
            </a:r>
          </a:p>
          <a:p>
            <a:pPr>
              <a:defRPr sz="2000"/>
            </a:pPr>
            <a:r>
              <a:t>Indian market has never experienced use of technology in such a way and although there are certain products manufactured in abroad which use the similar idea but making this product available to common man would be of great advantage.</a:t>
            </a:r>
          </a:p>
        </p:txBody>
      </p:sp>
    </p:spTree>
  </p:cSld>
  <p:clrMapOvr>
    <a:masterClrMapping/>
  </p:clrMapOvr>
  <p:transition xmlns:p14="http://schemas.microsoft.com/office/powerpoint/2010/main" spd="med" advClick="1" p14:dur="1000"/>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46" name="Shape 546"/>
          <p:cNvSpPr/>
          <p:nvPr>
            <p:ph type="title"/>
          </p:nvPr>
        </p:nvSpPr>
        <p:spPr>
          <a:xfrm>
            <a:off x="-32982" y="304800"/>
            <a:ext cx="9176982" cy="762001"/>
          </a:xfrm>
          <a:prstGeom prst="rect">
            <a:avLst/>
          </a:prstGeom>
        </p:spPr>
        <p:txBody>
          <a:bodyPr anchor="t"/>
          <a:lstStyle>
            <a:lvl1pPr algn="ctr">
              <a:defRPr sz="3200"/>
            </a:lvl1pPr>
          </a:lstStyle>
          <a:p>
            <a:pPr/>
            <a:r>
              <a:t>INNOVATION </a:t>
            </a:r>
          </a:p>
        </p:txBody>
      </p:sp>
      <p:sp>
        <p:nvSpPr>
          <p:cNvPr id="547" name="Shape 547"/>
          <p:cNvSpPr/>
          <p:nvPr/>
        </p:nvSpPr>
        <p:spPr>
          <a:xfrm>
            <a:off x="8307416" y="2828708"/>
            <a:ext cx="194301" cy="3"/>
          </a:xfrm>
          <a:prstGeom prst="line">
            <a:avLst/>
          </a:prstGeom>
          <a:ln>
            <a:solidFill>
              <a:srgbClr val="D9D9D9"/>
            </a:solidFill>
            <a:prstDash val="sysDot"/>
          </a:ln>
        </p:spPr>
        <p:txBody>
          <a:bodyPr lIns="45719" rIns="45719"/>
          <a:lstStyle/>
          <a:p>
            <a:pPr/>
          </a:p>
        </p:txBody>
      </p:sp>
      <p:sp>
        <p:nvSpPr>
          <p:cNvPr id="548" name="Shape 548"/>
          <p:cNvSpPr/>
          <p:nvPr/>
        </p:nvSpPr>
        <p:spPr>
          <a:xfrm>
            <a:off x="8459816" y="4128896"/>
            <a:ext cx="194301" cy="2"/>
          </a:xfrm>
          <a:prstGeom prst="line">
            <a:avLst/>
          </a:prstGeom>
          <a:ln>
            <a:solidFill>
              <a:srgbClr val="D9D9D9"/>
            </a:solidFill>
            <a:prstDash val="sysDot"/>
          </a:ln>
        </p:spPr>
        <p:txBody>
          <a:bodyPr lIns="45719" rIns="45719"/>
          <a:lstStyle/>
          <a:p>
            <a:pPr/>
          </a:p>
        </p:txBody>
      </p:sp>
      <p:sp>
        <p:nvSpPr>
          <p:cNvPr id="549" name="Shape 549"/>
          <p:cNvSpPr/>
          <p:nvPr/>
        </p:nvSpPr>
        <p:spPr>
          <a:xfrm flipV="1">
            <a:off x="8267585" y="4114799"/>
            <a:ext cx="192233" cy="178798"/>
          </a:xfrm>
          <a:prstGeom prst="line">
            <a:avLst/>
          </a:prstGeom>
          <a:ln>
            <a:solidFill>
              <a:srgbClr val="D9D9D9"/>
            </a:solidFill>
            <a:prstDash val="sysDot"/>
          </a:ln>
        </p:spPr>
        <p:txBody>
          <a:bodyPr lIns="45719" rIns="45719"/>
          <a:lstStyle/>
          <a:p>
            <a:pPr/>
          </a:p>
        </p:txBody>
      </p:sp>
      <p:sp>
        <p:nvSpPr>
          <p:cNvPr id="550" name="Shape 550"/>
          <p:cNvSpPr/>
          <p:nvPr/>
        </p:nvSpPr>
        <p:spPr>
          <a:xfrm>
            <a:off x="495151" y="1116330"/>
            <a:ext cx="8120716" cy="5793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Wingdings"/>
              <a:buChar char="❑"/>
              <a:defRPr sz="1500"/>
            </a:pPr>
            <a:r>
              <a:t>Strategic Innovation </a:t>
            </a:r>
          </a:p>
          <a:p>
            <a:pPr>
              <a:defRPr sz="1500"/>
            </a:pPr>
            <a:r>
              <a:t>As the product will not only reduce the risk of  diseases among masses but it would also enable to reduce the cost of expenditure for a common man.</a:t>
            </a:r>
          </a:p>
          <a:p>
            <a:pPr>
              <a:defRPr sz="1500"/>
            </a:pPr>
            <a:r>
              <a:t>It's a product that can find use in every second household and the technology used is merely for the benefit of common man.</a:t>
            </a:r>
          </a:p>
          <a:p>
            <a:pPr>
              <a:defRPr sz="1500"/>
            </a:pPr>
            <a:r>
              <a:t>By enabling the test for certain harmful chemicals one can save a lot of money on daily basis.Over all economy of country would be majorly affected if the use of this technology prevails.</a:t>
            </a:r>
          </a:p>
          <a:p>
            <a:pPr>
              <a:defRPr sz="1500"/>
            </a:pPr>
            <a:r>
              <a:t>Not only has this product the advantage of contributing to better economy but it's flexibility make it far too beneficial for use.</a:t>
            </a:r>
          </a:p>
          <a:p>
            <a:pPr>
              <a:defRPr sz="1500"/>
            </a:pPr>
          </a:p>
          <a:p>
            <a:pPr marL="342900" indent="-342900">
              <a:buSzPct val="100000"/>
              <a:buFont typeface="Wingdings"/>
              <a:buChar char="❑"/>
              <a:defRPr sz="1500"/>
            </a:pPr>
            <a:r>
              <a:t>Marketing Innovation  </a:t>
            </a:r>
          </a:p>
          <a:p>
            <a:pPr>
              <a:defRPr sz="1500"/>
            </a:pPr>
            <a:r>
              <a:t>The number of chemicals detected can be exponentially increased once the research succeeds.</a:t>
            </a:r>
          </a:p>
          <a:p>
            <a:pPr>
              <a:defRPr sz="1500"/>
            </a:pPr>
            <a:r>
              <a:t>The emerging technologies can contribute to betterment of the product and thus if investment is made to it the future can be promising</a:t>
            </a:r>
          </a:p>
          <a:p>
            <a:pPr>
              <a:defRPr sz="1500"/>
            </a:pPr>
            <a:r>
              <a:t>The utility of product is too high as it has very less competition and each individual would prefer buying such a product for ensuring his/her better health.</a:t>
            </a:r>
          </a:p>
          <a:p>
            <a:pPr>
              <a:defRPr sz="1500"/>
            </a:pPr>
            <a:r>
              <a:t>The product would easily make it’s place in Indian market.Moreover it is totally customer friendly.</a:t>
            </a:r>
          </a:p>
          <a:p>
            <a:pPr>
              <a:defRPr sz="1500"/>
            </a:pPr>
            <a:r>
              <a:t>The scope of profit increases gradually as more and more chemicals are been detected.</a:t>
            </a:r>
          </a:p>
          <a:p>
            <a:pPr>
              <a:defRPr sz="2000"/>
            </a:pPr>
          </a:p>
          <a:p>
            <a:pPr>
              <a:defRPr sz="2000"/>
            </a:pPr>
          </a:p>
          <a:p>
            <a:pPr>
              <a:defRPr sz="2000"/>
            </a:pPr>
            <a:r>
              <a:t>	</a:t>
            </a:r>
          </a:p>
        </p:txBody>
      </p:sp>
    </p:spTree>
  </p:cSld>
  <p:clrMapOvr>
    <a:masterClrMapping/>
  </p:clrMapOvr>
  <p:transition xmlns:p14="http://schemas.microsoft.com/office/powerpoint/2010/main" spd="med" advClick="1" p14:dur="1000"/>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54" name="Shape 554"/>
          <p:cNvSpPr/>
          <p:nvPr>
            <p:ph type="title"/>
          </p:nvPr>
        </p:nvSpPr>
        <p:spPr>
          <a:xfrm>
            <a:off x="635000" y="1828800"/>
            <a:ext cx="7772400" cy="914400"/>
          </a:xfrm>
          <a:prstGeom prst="rect">
            <a:avLst/>
          </a:prstGeom>
        </p:spPr>
        <p:txBody>
          <a:bodyPr/>
          <a:lstStyle>
            <a:lvl1pPr algn="ctr"/>
          </a:lstStyle>
          <a:p>
            <a:pPr/>
            <a:r>
              <a:t>The end</a:t>
            </a:r>
          </a:p>
        </p:txBody>
      </p:sp>
    </p:spTree>
  </p:cSld>
  <p:clrMapOvr>
    <a:masterClrMapping/>
  </p:clrMapOvr>
  <p:transition xmlns:p14="http://schemas.microsoft.com/office/powerpoint/2010/main" spd="med" advClick="1" p14:dur="1000"/>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